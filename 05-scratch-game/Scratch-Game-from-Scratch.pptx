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29.png" ContentType="image/png"/>
  <Override PartName="/ppt/media/image28.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Override PartName="/ppt/media/image18.png" ContentType="image/png"/>
  <Override PartName="/ppt/media/image20.png" ContentType="image/png"/>
  <Override PartName="/ppt/media/image9.png" ContentType="image/png"/>
  <Override PartName="/ppt/media/image4.png" ContentType="image/png"/>
  <Override PartName="/ppt/media/image13.png" ContentType="image/png"/>
  <Override PartName="/ppt/media/image30.png" ContentType="image/png"/>
  <Override PartName="/ppt/media/image31.png" ContentType="image/png"/>
  <Override PartName="/ppt/media/image7.png" ContentType="image/png"/>
  <Override PartName="/ppt/media/image16.png" ContentType="image/png"/>
  <Override PartName="/ppt/media/image10.png" ContentType="image/png"/>
  <Override PartName="/ppt/media/image1.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
    <p:spTree>
      <p:nvGrpSpPr>
        <p:cNvPr id="1" name=""/>
        <p:cNvGrpSpPr/>
        <p:nvPr/>
      </p:nvGrpSpPr>
      <p:grpSpPr>
        <a:xfrm>
          <a:off x="0" y="0"/>
          <a:ext cx="0" cy="0"/>
          <a:chOff x="0" y="0"/>
          <a:chExt cx="0" cy="0"/>
        </a:xfrm>
      </p:grpSpPr>
      <p:sp>
        <p:nvSpPr>
          <p:cNvPr id="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7" name="PlaceHolder 2"/>
          <p:cNvSpPr>
            <a:spLocks noGrp="1"/>
          </p:cNvSpPr>
          <p:nvPr>
            <p:ph/>
          </p:nvPr>
        </p:nvSpPr>
        <p:spPr>
          <a:xfrm>
            <a:off x="360000" y="1080000"/>
            <a:ext cx="9360000" cy="3600000"/>
          </a:xfrm>
          <a:prstGeom prst="rect">
            <a:avLst/>
          </a:prstGeom>
          <a:noFill/>
          <a:ln w="0">
            <a:noFill/>
          </a:ln>
        </p:spPr>
        <p:txBody>
          <a:bodyPr lIns="0" rIns="0" tIns="0" bIns="0" anchor="t">
            <a:noAutofit/>
          </a:bodyPr>
          <a:p>
            <a:pPr indent="0">
              <a:spcBef>
                <a:spcPts val="1060"/>
              </a:spcBef>
              <a:buNone/>
            </a:pPr>
            <a:endParaRPr b="0" lang="en-GB" sz="2400" spc="-1" strike="noStrike">
              <a:solidFill>
                <a:srgbClr val="009bdd"/>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CB4DD11-3AF1-4624-BC4A-5AAC1F3BDD93}"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spTree>
      <p:nvGrpSpPr>
        <p:cNvPr id="1" name=""/>
        <p:cNvGrpSpPr/>
        <p:nvPr/>
      </p:nvGrpSpPr>
      <p:grpSpPr>
        <a:xfrm>
          <a:off x="0" y="0"/>
          <a:ext cx="0" cy="0"/>
          <a:chOff x="0" y="0"/>
          <a:chExt cx="0" cy="0"/>
        </a:xfrm>
      </p:grpSpPr>
      <p:sp>
        <p:nvSpPr>
          <p:cNvPr id="8"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613526E-451C-46F7-B46C-FA1C2DB6D581}" type="slidenum">
              <a:t>&lt;#&gt;</a:t>
            </a:fld>
          </a:p>
        </p:txBody>
      </p:sp>
      <p:sp>
        <p:nvSpPr>
          <p:cNvPr id="5" name="PlaceHolder 4"/>
          <p:cNvSpPr>
            <a:spLocks noGrp="1"/>
          </p:cNvSpPr>
          <p:nvPr>
            <p:ph type="dt" idx="1"/>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1">
    <p:spTree>
      <p:nvGrpSpPr>
        <p:cNvPr id="1" name=""/>
        <p:cNvGrpSpPr/>
        <p:nvPr/>
      </p:nvGrpSpPr>
      <p:grpSpPr>
        <a:xfrm>
          <a:off x="0" y="0"/>
          <a:ext cx="0" cy="0"/>
          <a:chOff x="0" y="0"/>
          <a:chExt cx="0" cy="0"/>
        </a:xfrm>
      </p:grpSpPr>
      <p:sp>
        <p:nvSpPr>
          <p:cNvPr id="1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17" name="PlaceHolder 2"/>
          <p:cNvSpPr>
            <a:spLocks noGrp="1"/>
          </p:cNvSpPr>
          <p:nvPr>
            <p:ph/>
          </p:nvPr>
        </p:nvSpPr>
        <p:spPr>
          <a:xfrm>
            <a:off x="360000" y="1080000"/>
            <a:ext cx="9360000" cy="3600000"/>
          </a:xfrm>
          <a:prstGeom prst="rect">
            <a:avLst/>
          </a:prstGeom>
          <a:noFill/>
          <a:ln w="0">
            <a:noFill/>
          </a:ln>
        </p:spPr>
        <p:txBody>
          <a:bodyPr lIns="0" rIns="0" tIns="0" bIns="0" anchor="t">
            <a:noAutofit/>
          </a:bodyPr>
          <a:p>
            <a:pPr indent="0">
              <a:spcBef>
                <a:spcPts val="1060"/>
              </a:spcBef>
              <a:buNone/>
            </a:pPr>
            <a:endParaRPr b="0" lang="en-GB" sz="2400" spc="-1" strike="noStrike">
              <a:solidFill>
                <a:srgbClr val="009bdd"/>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DA5A34A-865C-49FC-9395-0078302A6F96}" type="slidenum">
              <a:t>&lt;#&gt;</a:t>
            </a:fld>
          </a:p>
        </p:txBody>
      </p:sp>
      <p:sp>
        <p:nvSpPr>
          <p:cNvPr id="6" name="PlaceHolder 5"/>
          <p:cNvSpPr>
            <a:spLocks noGrp="1"/>
          </p:cNvSpPr>
          <p:nvPr>
            <p:ph type="dt" idx="4"/>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flipH="1" flipV="1">
            <a:off x="0" y="4500000"/>
            <a:ext cx="10080000" cy="11700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 name="PlaceHolder 1"/>
          <p:cNvSpPr>
            <a:spLocks noGrp="1"/>
          </p:cNvSpPr>
          <p:nvPr>
            <p:ph type="title"/>
          </p:nvPr>
        </p:nvSpPr>
        <p:spPr>
          <a:xfrm>
            <a:off x="0" y="1620000"/>
            <a:ext cx="9000000" cy="1080000"/>
          </a:xfrm>
          <a:prstGeom prst="rect">
            <a:avLst/>
          </a:prstGeom>
          <a:noFill/>
          <a:ln w="0">
            <a:noFill/>
          </a:ln>
        </p:spPr>
        <p:txBody>
          <a:bodyPr lIns="0" rIns="0" tIns="0" bIns="0" anchor="ctr">
            <a:noAutofit/>
          </a:bodyPr>
          <a:p>
            <a:pPr indent="0" algn="ctr">
              <a:buNone/>
            </a:pPr>
            <a:r>
              <a:rPr b="0" lang="en-GB" sz="3300" spc="-1" strike="noStrike">
                <a:solidFill>
                  <a:srgbClr val="dd4100"/>
                </a:solidFill>
                <a:latin typeface="Arial"/>
              </a:rPr>
              <a:t>Click to edit the title text format</a:t>
            </a:r>
            <a:endParaRPr b="0" lang="en-GB" sz="3300" spc="-1" strike="noStrike">
              <a:solidFill>
                <a:srgbClr val="dd4100"/>
              </a:solidFill>
              <a:latin typeface="Arial"/>
            </a:endParaRPr>
          </a:p>
        </p:txBody>
      </p:sp>
      <p:sp>
        <p:nvSpPr>
          <p:cNvPr id="2" name="PlaceHolder 2"/>
          <p:cNvSpPr>
            <a:spLocks noGrp="1"/>
          </p:cNvSpPr>
          <p:nvPr>
            <p:ph type="body"/>
          </p:nvPr>
        </p:nvSpPr>
        <p:spPr>
          <a:xfrm>
            <a:off x="360000" y="2880000"/>
            <a:ext cx="9360000" cy="1620000"/>
          </a:xfrm>
          <a:prstGeom prst="rect">
            <a:avLst/>
          </a:prstGeom>
          <a:noFill/>
          <a:ln w="0">
            <a:noFill/>
          </a:ln>
        </p:spPr>
        <p:txBody>
          <a:bodyPr lIns="0" rIns="0" tIns="0" bIns="0" anchor="t">
            <a:normAutofit fontScale="76219"/>
          </a:bodyPr>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Click to edit the outline text format</a:t>
            </a:r>
            <a:endParaRPr b="0" lang="en-GB"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Second Outline Level</a:t>
            </a:r>
            <a:endParaRPr b="0" lang="en-GB" sz="2100" spc="-1" strike="noStrike">
              <a:solidFill>
                <a:srgbClr val="009bdd"/>
              </a:solidFill>
              <a:latin typeface="Arial"/>
            </a:endParaRPr>
          </a:p>
          <a:p>
            <a:pPr lvl="2" marL="1296000" indent="-288000">
              <a:spcBef>
                <a:spcPts val="635"/>
              </a:spcBef>
              <a:buClr>
                <a:srgbClr val="77caee"/>
              </a:buClr>
              <a:buSzPct val="45000"/>
              <a:buFont typeface="Wingdings" charset="2"/>
              <a:buChar char=""/>
            </a:pPr>
            <a:r>
              <a:rPr b="0" lang="en-GB" sz="1800" spc="-1" strike="noStrike">
                <a:solidFill>
                  <a:srgbClr val="009bdd"/>
                </a:solidFill>
                <a:latin typeface="Arial"/>
              </a:rPr>
              <a:t>Third Outline Level</a:t>
            </a:r>
            <a:endParaRPr b="0" lang="en-GB" sz="1800" spc="-1" strike="noStrike">
              <a:solidFill>
                <a:srgbClr val="009bdd"/>
              </a:solidFill>
              <a:latin typeface="Arial"/>
            </a:endParaRPr>
          </a:p>
          <a:p>
            <a:pPr lvl="3" marL="1728000" indent="-216000">
              <a:spcBef>
                <a:spcPts val="422"/>
              </a:spcBef>
              <a:buClr>
                <a:srgbClr val="77caee"/>
              </a:buClr>
              <a:buSzPct val="45000"/>
              <a:buFont typeface="Wingdings" charset="2"/>
              <a:buChar char=""/>
            </a:pPr>
            <a:r>
              <a:rPr b="0" lang="en-GB" sz="1500" spc="-1" strike="noStrike">
                <a:solidFill>
                  <a:srgbClr val="009bdd"/>
                </a:solidFill>
                <a:latin typeface="Arial"/>
              </a:rPr>
              <a:t>Fourth Outline Level</a:t>
            </a:r>
            <a:endParaRPr b="0" lang="en-GB" sz="1500" spc="-1" strike="noStrike">
              <a:solidFill>
                <a:srgbClr val="009bdd"/>
              </a:solidFill>
              <a:latin typeface="Arial"/>
            </a:endParaRPr>
          </a:p>
          <a:p>
            <a:pPr lvl="4" marL="2160000" indent="-216000">
              <a:spcBef>
                <a:spcPts val="210"/>
              </a:spcBef>
              <a:buClr>
                <a:srgbClr val="77caee"/>
              </a:buClr>
              <a:buSzPct val="45000"/>
              <a:buFont typeface="Wingdings" charset="2"/>
              <a:buChar char=""/>
            </a:pPr>
            <a:r>
              <a:rPr b="0" lang="en-GB" sz="1500" spc="-1" strike="noStrike">
                <a:solidFill>
                  <a:srgbClr val="009bdd"/>
                </a:solidFill>
                <a:latin typeface="Arial"/>
              </a:rPr>
              <a:t>Fifth Outline Level</a:t>
            </a:r>
            <a:endParaRPr b="0" lang="en-GB" sz="1500" spc="-1" strike="noStrike">
              <a:solidFill>
                <a:srgbClr val="009bdd"/>
              </a:solidFill>
              <a:latin typeface="Arial"/>
            </a:endParaRPr>
          </a:p>
          <a:p>
            <a:pPr lvl="5" marL="2592000" indent="-216000">
              <a:spcBef>
                <a:spcPts val="210"/>
              </a:spcBef>
              <a:buClr>
                <a:srgbClr val="77caee"/>
              </a:buClr>
              <a:buSzPct val="45000"/>
              <a:buFont typeface="Wingdings" charset="2"/>
              <a:buChar char=""/>
            </a:pPr>
            <a:r>
              <a:rPr b="0" lang="en-GB" sz="1500" spc="-1" strike="noStrike">
                <a:solidFill>
                  <a:srgbClr val="009bdd"/>
                </a:solidFill>
                <a:latin typeface="Arial"/>
              </a:rPr>
              <a:t>Sixth Outline Level</a:t>
            </a:r>
            <a:endParaRPr b="0" lang="en-GB" sz="1500" spc="-1" strike="noStrike">
              <a:solidFill>
                <a:srgbClr val="009bdd"/>
              </a:solidFill>
              <a:latin typeface="Arial"/>
            </a:endParaRPr>
          </a:p>
          <a:p>
            <a:pPr lvl="6" marL="3024000" indent="-216000">
              <a:spcBef>
                <a:spcPts val="210"/>
              </a:spcBef>
              <a:buClr>
                <a:srgbClr val="77caee"/>
              </a:buClr>
              <a:buSzPct val="45000"/>
              <a:buFont typeface="Wingdings" charset="2"/>
              <a:buChar char=""/>
            </a:pPr>
            <a:r>
              <a:rPr b="0" lang="en-GB" sz="1500" spc="-1" strike="noStrike">
                <a:solidFill>
                  <a:srgbClr val="009bdd"/>
                </a:solidFill>
                <a:latin typeface="Arial"/>
              </a:rPr>
              <a:t>Seventh Outline Level</a:t>
            </a:r>
            <a:endParaRPr b="0" lang="en-GB" sz="1500" spc="-1" strike="noStrike">
              <a:solidFill>
                <a:srgbClr val="009bdd"/>
              </a:solidFill>
              <a:latin typeface="Arial"/>
            </a:endParaRPr>
          </a:p>
        </p:txBody>
      </p:sp>
      <p:sp>
        <p:nvSpPr>
          <p:cNvPr id="3" name="PlaceHolder 3"/>
          <p:cNvSpPr>
            <a:spLocks noGrp="1"/>
          </p:cNvSpPr>
          <p:nvPr>
            <p:ph type="dt" idx="1"/>
          </p:nvPr>
        </p:nvSpPr>
        <p:spPr>
          <a:xfrm>
            <a:off x="360000" y="5220000"/>
            <a:ext cx="2340000" cy="360000"/>
          </a:xfrm>
          <a:prstGeom prst="rect">
            <a:avLst/>
          </a:prstGeom>
          <a:noFill/>
          <a:ln w="0">
            <a:noFill/>
          </a:ln>
        </p:spPr>
        <p:txBody>
          <a:bodyPr lIns="0" rIns="0" tIns="0" bIns="0" anchor="t">
            <a:noAutofit/>
          </a:bodyPr>
          <a:lstStyle>
            <a:lvl1pPr indent="0">
              <a:buNone/>
              <a:defRPr b="0" lang="en-GB" sz="1400" spc="-1" strike="noStrike">
                <a:solidFill>
                  <a:srgbClr val="ffffff"/>
                </a:solidFill>
                <a:latin typeface="Arial"/>
              </a:defRPr>
            </a:lvl1pPr>
          </a:lstStyle>
          <a:p>
            <a:pPr indent="0">
              <a:buNone/>
            </a:pPr>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4" name="PlaceHolder 4"/>
          <p:cNvSpPr>
            <a:spLocks noGrp="1"/>
          </p:cNvSpPr>
          <p:nvPr>
            <p:ph type="ftr" idx="2"/>
          </p:nvPr>
        </p:nvSpPr>
        <p:spPr>
          <a:xfrm>
            <a:off x="3420000" y="5220000"/>
            <a:ext cx="3240000" cy="360000"/>
          </a:xfrm>
          <a:prstGeom prst="rect">
            <a:avLst/>
          </a:prstGeom>
          <a:noFill/>
          <a:ln w="0">
            <a:noFill/>
          </a:ln>
        </p:spPr>
        <p:txBody>
          <a:bodyPr lIns="0" rIns="0" tIns="0" bIns="0" anchor="t">
            <a:noAutofit/>
          </a:bodyPr>
          <a:lstStyle>
            <a:lvl1pPr indent="0" algn="ctr">
              <a:buNone/>
              <a:defRPr b="0" lang="en-GB" sz="1400" spc="-1" strike="noStrike">
                <a:solidFill>
                  <a:srgbClr val="ffffff"/>
                </a:solidFill>
                <a:latin typeface="Arial"/>
              </a:defRPr>
            </a:lvl1pPr>
          </a:lstStyle>
          <a:p>
            <a:pPr indent="0" algn="ctr">
              <a:buNone/>
            </a:pP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5" name="PlaceHolder 5"/>
          <p:cNvSpPr>
            <a:spLocks noGrp="1"/>
          </p:cNvSpPr>
          <p:nvPr>
            <p:ph type="sldNum" idx="3"/>
          </p:nvPr>
        </p:nvSpPr>
        <p:spPr>
          <a:xfrm>
            <a:off x="7380000" y="5220000"/>
            <a:ext cx="2340000" cy="360000"/>
          </a:xfrm>
          <a:prstGeom prst="rect">
            <a:avLst/>
          </a:prstGeom>
          <a:noFill/>
          <a:ln w="0">
            <a:noFill/>
          </a:ln>
        </p:spPr>
        <p:txBody>
          <a:bodyPr lIns="0" rIns="0" tIns="0" bIns="0" anchor="t">
            <a:noAutofit/>
          </a:bodyPr>
          <a:lstStyle>
            <a:lvl1pPr indent="0" algn="r">
              <a:buNone/>
              <a:defRPr b="0" lang="en-GB" sz="1400" spc="-1" strike="noStrike">
                <a:solidFill>
                  <a:srgbClr val="ffffff"/>
                </a:solidFill>
                <a:latin typeface="Arial"/>
              </a:defRPr>
            </a:lvl1pPr>
          </a:lstStyle>
          <a:p>
            <a:pPr indent="0" algn="r">
              <a:buNone/>
            </a:pPr>
            <a:fld id="{B1B1EC13-C53B-4A3B-AA38-AD11FBD4CCE3}"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
          <p:cNvSpPr/>
          <p:nvPr/>
        </p:nvSpPr>
        <p:spPr>
          <a:xfrm>
            <a:off x="0" y="0"/>
            <a:ext cx="10076760" cy="7200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0" name=""/>
          <p:cNvSpPr/>
          <p:nvPr/>
        </p:nvSpPr>
        <p:spPr>
          <a:xfrm>
            <a:off x="3240" y="5040000"/>
            <a:ext cx="10076760" cy="6314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Click to edit the title text format</a:t>
            </a:r>
            <a:endParaRPr b="0" lang="en-GB" sz="3300" spc="-1" strike="noStrike">
              <a:solidFill>
                <a:srgbClr val="ffffff"/>
              </a:solidFill>
              <a:latin typeface="Arial"/>
            </a:endParaRPr>
          </a:p>
        </p:txBody>
      </p:sp>
      <p:sp>
        <p:nvSpPr>
          <p:cNvPr id="12" name="PlaceHolder 2"/>
          <p:cNvSpPr>
            <a:spLocks noGrp="1"/>
          </p:cNvSpPr>
          <p:nvPr>
            <p:ph type="body"/>
          </p:nvPr>
        </p:nvSpPr>
        <p:spPr>
          <a:xfrm>
            <a:off x="360000" y="1080000"/>
            <a:ext cx="9360000" cy="3600000"/>
          </a:xfrm>
          <a:prstGeom prst="rect">
            <a:avLst/>
          </a:prstGeom>
          <a:noFill/>
          <a:ln w="0">
            <a:noFill/>
          </a:ln>
        </p:spPr>
        <p:txBody>
          <a:bodyPr lIns="0" rIns="0" tIns="0" bIns="0" anchor="t">
            <a:noAutofit/>
          </a:bodyPr>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Click to edit the outline text format</a:t>
            </a:r>
            <a:endParaRPr b="0" lang="en-GB"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Second Outline Level</a:t>
            </a:r>
            <a:endParaRPr b="0" lang="en-GB" sz="2100" spc="-1" strike="noStrike">
              <a:solidFill>
                <a:srgbClr val="009bdd"/>
              </a:solidFill>
              <a:latin typeface="Arial"/>
            </a:endParaRPr>
          </a:p>
          <a:p>
            <a:pPr lvl="2" marL="1296000" indent="-288000">
              <a:spcBef>
                <a:spcPts val="635"/>
              </a:spcBef>
              <a:buClr>
                <a:srgbClr val="77caee"/>
              </a:buClr>
              <a:buSzPct val="45000"/>
              <a:buFont typeface="Wingdings" charset="2"/>
              <a:buChar char=""/>
            </a:pPr>
            <a:r>
              <a:rPr b="0" lang="en-GB" sz="1800" spc="-1" strike="noStrike">
                <a:solidFill>
                  <a:srgbClr val="009bdd"/>
                </a:solidFill>
                <a:latin typeface="Arial"/>
              </a:rPr>
              <a:t>Third Outline Level</a:t>
            </a:r>
            <a:endParaRPr b="0" lang="en-GB" sz="1800" spc="-1" strike="noStrike">
              <a:solidFill>
                <a:srgbClr val="009bdd"/>
              </a:solidFill>
              <a:latin typeface="Arial"/>
            </a:endParaRPr>
          </a:p>
          <a:p>
            <a:pPr lvl="3" marL="1728000" indent="-216000">
              <a:spcBef>
                <a:spcPts val="422"/>
              </a:spcBef>
              <a:buClr>
                <a:srgbClr val="77caee"/>
              </a:buClr>
              <a:buSzPct val="45000"/>
              <a:buFont typeface="Wingdings" charset="2"/>
              <a:buChar char=""/>
            </a:pPr>
            <a:r>
              <a:rPr b="0" lang="en-GB" sz="1500" spc="-1" strike="noStrike">
                <a:solidFill>
                  <a:srgbClr val="009bdd"/>
                </a:solidFill>
                <a:latin typeface="Arial"/>
              </a:rPr>
              <a:t>Fourth Outline Level</a:t>
            </a:r>
            <a:endParaRPr b="0" lang="en-GB" sz="1500" spc="-1" strike="noStrike">
              <a:solidFill>
                <a:srgbClr val="009bdd"/>
              </a:solidFill>
              <a:latin typeface="Arial"/>
            </a:endParaRPr>
          </a:p>
          <a:p>
            <a:pPr lvl="4" marL="2160000" indent="-216000">
              <a:spcBef>
                <a:spcPts val="210"/>
              </a:spcBef>
              <a:buClr>
                <a:srgbClr val="77caee"/>
              </a:buClr>
              <a:buSzPct val="45000"/>
              <a:buFont typeface="Wingdings" charset="2"/>
              <a:buChar char=""/>
            </a:pPr>
            <a:r>
              <a:rPr b="0" lang="en-GB" sz="1500" spc="-1" strike="noStrike">
                <a:solidFill>
                  <a:srgbClr val="009bdd"/>
                </a:solidFill>
                <a:latin typeface="Arial"/>
              </a:rPr>
              <a:t>Fifth Outline Level</a:t>
            </a:r>
            <a:endParaRPr b="0" lang="en-GB" sz="1500" spc="-1" strike="noStrike">
              <a:solidFill>
                <a:srgbClr val="009bdd"/>
              </a:solidFill>
              <a:latin typeface="Arial"/>
            </a:endParaRPr>
          </a:p>
          <a:p>
            <a:pPr lvl="5" marL="2592000" indent="-216000">
              <a:spcBef>
                <a:spcPts val="210"/>
              </a:spcBef>
              <a:buClr>
                <a:srgbClr val="77caee"/>
              </a:buClr>
              <a:buSzPct val="45000"/>
              <a:buFont typeface="Wingdings" charset="2"/>
              <a:buChar char=""/>
            </a:pPr>
            <a:r>
              <a:rPr b="0" lang="en-GB" sz="1500" spc="-1" strike="noStrike">
                <a:solidFill>
                  <a:srgbClr val="009bdd"/>
                </a:solidFill>
                <a:latin typeface="Arial"/>
              </a:rPr>
              <a:t>Sixth Outline Level</a:t>
            </a:r>
            <a:endParaRPr b="0" lang="en-GB" sz="1500" spc="-1" strike="noStrike">
              <a:solidFill>
                <a:srgbClr val="009bdd"/>
              </a:solidFill>
              <a:latin typeface="Arial"/>
            </a:endParaRPr>
          </a:p>
          <a:p>
            <a:pPr lvl="6" marL="3024000" indent="-216000">
              <a:spcBef>
                <a:spcPts val="210"/>
              </a:spcBef>
              <a:buClr>
                <a:srgbClr val="77caee"/>
              </a:buClr>
              <a:buSzPct val="45000"/>
              <a:buFont typeface="Wingdings" charset="2"/>
              <a:buChar char=""/>
            </a:pPr>
            <a:r>
              <a:rPr b="0" lang="en-GB" sz="1500" spc="-1" strike="noStrike">
                <a:solidFill>
                  <a:srgbClr val="009bdd"/>
                </a:solidFill>
                <a:latin typeface="Arial"/>
              </a:rPr>
              <a:t>Seventh Outline Level</a:t>
            </a:r>
            <a:endParaRPr b="0" lang="en-GB" sz="1500" spc="-1" strike="noStrike">
              <a:solidFill>
                <a:srgbClr val="009bdd"/>
              </a:solidFill>
              <a:latin typeface="Arial"/>
            </a:endParaRPr>
          </a:p>
        </p:txBody>
      </p:sp>
      <p:sp>
        <p:nvSpPr>
          <p:cNvPr id="13" name="PlaceHolder 3"/>
          <p:cNvSpPr>
            <a:spLocks noGrp="1"/>
          </p:cNvSpPr>
          <p:nvPr>
            <p:ph type="dt" idx="4"/>
          </p:nvPr>
        </p:nvSpPr>
        <p:spPr>
          <a:xfrm>
            <a:off x="360000" y="5220000"/>
            <a:ext cx="2340000" cy="360000"/>
          </a:xfrm>
          <a:prstGeom prst="rect">
            <a:avLst/>
          </a:prstGeom>
          <a:noFill/>
          <a:ln w="0">
            <a:noFill/>
          </a:ln>
        </p:spPr>
        <p:txBody>
          <a:bodyPr lIns="0" rIns="0" tIns="0" bIns="0" anchor="t">
            <a:noAutofit/>
          </a:bodyPr>
          <a:lstStyle>
            <a:lvl1pPr indent="0">
              <a:buNone/>
              <a:defRPr b="0" lang="en-GB" sz="1400" spc="-1" strike="noStrike">
                <a:solidFill>
                  <a:srgbClr val="ffffff"/>
                </a:solidFill>
                <a:latin typeface="Arial"/>
              </a:defRPr>
            </a:lvl1pPr>
          </a:lstStyle>
          <a:p>
            <a:pPr indent="0">
              <a:buNone/>
            </a:pPr>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14" name="PlaceHolder 4"/>
          <p:cNvSpPr>
            <a:spLocks noGrp="1"/>
          </p:cNvSpPr>
          <p:nvPr>
            <p:ph type="ftr" idx="5"/>
          </p:nvPr>
        </p:nvSpPr>
        <p:spPr>
          <a:xfrm>
            <a:off x="3420000" y="5220000"/>
            <a:ext cx="3240000" cy="360000"/>
          </a:xfrm>
          <a:prstGeom prst="rect">
            <a:avLst/>
          </a:prstGeom>
          <a:noFill/>
          <a:ln w="0">
            <a:noFill/>
          </a:ln>
        </p:spPr>
        <p:txBody>
          <a:bodyPr lIns="0" rIns="0" tIns="0" bIns="0" anchor="t">
            <a:noAutofit/>
          </a:bodyPr>
          <a:lstStyle>
            <a:lvl1pPr indent="0" algn="ctr">
              <a:buNone/>
              <a:defRPr b="0" lang="en-GB" sz="1400" spc="-1" strike="noStrike">
                <a:solidFill>
                  <a:srgbClr val="ffffff"/>
                </a:solidFill>
                <a:latin typeface="Arial"/>
              </a:defRPr>
            </a:lvl1pPr>
          </a:lstStyle>
          <a:p>
            <a:pPr indent="0" algn="ctr">
              <a:buNone/>
            </a:pP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15" name="PlaceHolder 5"/>
          <p:cNvSpPr>
            <a:spLocks noGrp="1"/>
          </p:cNvSpPr>
          <p:nvPr>
            <p:ph type="sldNum" idx="6"/>
          </p:nvPr>
        </p:nvSpPr>
        <p:spPr>
          <a:xfrm>
            <a:off x="7380000" y="5220000"/>
            <a:ext cx="2340000" cy="360000"/>
          </a:xfrm>
          <a:prstGeom prst="rect">
            <a:avLst/>
          </a:prstGeom>
          <a:noFill/>
          <a:ln w="0">
            <a:noFill/>
          </a:ln>
        </p:spPr>
        <p:txBody>
          <a:bodyPr lIns="0" rIns="0" tIns="0" bIns="0" anchor="t">
            <a:noAutofit/>
          </a:bodyPr>
          <a:lstStyle>
            <a:lvl1pPr indent="0" algn="r">
              <a:buNone/>
              <a:defRPr b="0" lang="en-GB" sz="1400" spc="-1" strike="noStrike">
                <a:solidFill>
                  <a:srgbClr val="ffffff"/>
                </a:solidFill>
                <a:latin typeface="Arial"/>
              </a:defRPr>
            </a:lvl1pPr>
          </a:lstStyle>
          <a:p>
            <a:pPr indent="0" algn="r">
              <a:buNone/>
            </a:pPr>
            <a:fld id="{446E2F0D-5095-4AD8-9A99-1E6892F974FA}"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0" y="1620000"/>
            <a:ext cx="9000000" cy="1080000"/>
          </a:xfrm>
          <a:prstGeom prst="rect">
            <a:avLst/>
          </a:prstGeom>
          <a:noFill/>
          <a:ln w="0">
            <a:noFill/>
          </a:ln>
        </p:spPr>
        <p:txBody>
          <a:bodyPr lIns="0" rIns="0" tIns="0" bIns="0" anchor="ctr">
            <a:noAutofit/>
          </a:bodyPr>
          <a:p>
            <a:pPr indent="0" algn="ctr">
              <a:buNone/>
            </a:pPr>
            <a:r>
              <a:rPr b="0" lang="en-GB" sz="3300" spc="-1" strike="noStrike">
                <a:solidFill>
                  <a:srgbClr val="dd4100"/>
                </a:solidFill>
                <a:latin typeface="Arial"/>
              </a:rPr>
              <a:t>Scratch game from Scratch</a:t>
            </a:r>
            <a:endParaRPr b="0" lang="en-GB" sz="3300" spc="-1" strike="noStrike">
              <a:solidFill>
                <a:srgbClr val="dd41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Recap</a:t>
            </a:r>
            <a:endParaRPr b="0" lang="en-GB" sz="3300" spc="-1" strike="noStrike">
              <a:solidFill>
                <a:srgbClr val="ffffff"/>
              </a:solidFill>
              <a:latin typeface="Arial"/>
            </a:endParaRPr>
          </a:p>
        </p:txBody>
      </p:sp>
      <p:sp>
        <p:nvSpPr>
          <p:cNvPr id="20" name="PlaceHolder 2"/>
          <p:cNvSpPr>
            <a:spLocks noGrp="1"/>
          </p:cNvSpPr>
          <p:nvPr>
            <p:ph/>
          </p:nvPr>
        </p:nvSpPr>
        <p:spPr>
          <a:xfrm>
            <a:off x="360000" y="1080000"/>
            <a:ext cx="9360000" cy="3600000"/>
          </a:xfrm>
          <a:prstGeom prst="rect">
            <a:avLst/>
          </a:prstGeom>
          <a:noFill/>
          <a:ln w="0">
            <a:noFill/>
          </a:ln>
        </p:spPr>
        <p:txBody>
          <a:bodyPr numCol="2" spcCol="0" lIns="0" rIns="0" tIns="0" bIns="0" anchor="t">
            <a:noAutofit/>
          </a:bodyPr>
          <a:p>
            <a:pPr marL="432000" indent="0">
              <a:spcBef>
                <a:spcPts val="1060"/>
              </a:spcBef>
              <a:buNone/>
            </a:pPr>
            <a:endParaRPr b="0" lang="en-GB" sz="24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Variables</a:t>
            </a:r>
            <a:endParaRPr b="0" lang="en-GB" sz="24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Data types</a:t>
            </a:r>
            <a:endParaRPr b="0" lang="en-GB" sz="24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Operators</a:t>
            </a:r>
            <a:endParaRPr b="0" lang="en-GB"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Logical</a:t>
            </a:r>
            <a:endParaRPr b="0" lang="en-GB" sz="21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Arithmetic</a:t>
            </a:r>
            <a:endParaRPr b="0" lang="en-GB" sz="21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Comparison</a:t>
            </a:r>
            <a:endParaRPr b="0" lang="en-GB" sz="21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IF, ELSE, ELIF</a:t>
            </a:r>
            <a:endParaRPr b="0" lang="en-GB" sz="2400" spc="-1" strike="noStrike">
              <a:solidFill>
                <a:srgbClr val="009bdd"/>
              </a:solidFill>
              <a:latin typeface="Arial"/>
            </a:endParaRPr>
          </a:p>
          <a:p>
            <a:pPr marL="432000" indent="-324000">
              <a:spcBef>
                <a:spcPts val="1060"/>
              </a:spcBef>
              <a:buClr>
                <a:srgbClr val="77caee"/>
              </a:buClr>
              <a:buSzPct val="45000"/>
              <a:buFont typeface="Wingdings" charset="2"/>
              <a:buChar char=""/>
            </a:pPr>
            <a:r>
              <a:rPr b="0" lang="en-GB" sz="2400" spc="-1" strike="noStrike">
                <a:solidFill>
                  <a:srgbClr val="009bdd"/>
                </a:solidFill>
                <a:latin typeface="Arial"/>
              </a:rPr>
              <a:t>Loops</a:t>
            </a:r>
            <a:endParaRPr b="0" lang="en-GB"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For</a:t>
            </a:r>
            <a:endParaRPr b="0" lang="en-GB" sz="21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en-GB" sz="2100" spc="-1" strike="noStrike">
                <a:solidFill>
                  <a:srgbClr val="009bdd"/>
                </a:solidFill>
                <a:latin typeface="Arial"/>
              </a:rPr>
              <a:t>While</a:t>
            </a:r>
            <a:endParaRPr b="0" lang="en-GB" sz="2100" spc="-1" strike="noStrike">
              <a:solidFill>
                <a:srgbClr val="009bdd"/>
              </a:solidFill>
              <a:latin typeface="Arial"/>
            </a:endParaRPr>
          </a:p>
        </p:txBody>
      </p:sp>
      <p:sp>
        <p:nvSpPr>
          <p:cNvPr id="4" name="PlaceHolder 3"/>
          <p:cNvSpPr>
            <a:spLocks noGrp="1"/>
          </p:cNvSpPr>
          <p:nvPr>
            <p:ph type="sldNum" idx="6"/>
          </p:nvPr>
        </p:nvSpPr>
        <p:spPr/>
        <p:txBody>
          <a:bodyPr/>
          <a:p>
            <a:fld id="{73A1E83D-BF2F-4FDD-B1CB-34688C63A56F}"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Scratch</a:t>
            </a:r>
            <a:endParaRPr b="0" lang="en-GB" sz="3300" spc="-1" strike="noStrike">
              <a:solidFill>
                <a:srgbClr val="ffffff"/>
              </a:solidFill>
              <a:latin typeface="Arial"/>
            </a:endParaRPr>
          </a:p>
        </p:txBody>
      </p:sp>
      <p:sp>
        <p:nvSpPr>
          <p:cNvPr id="22" name=""/>
          <p:cNvSpPr txBox="1"/>
          <p:nvPr/>
        </p:nvSpPr>
        <p:spPr>
          <a:xfrm>
            <a:off x="360000" y="1080000"/>
            <a:ext cx="9540000" cy="360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Select your Stage/backdrop</a:t>
            </a:r>
            <a:endParaRPr b="0" lang="en-GB" sz="1800" spc="-1" strike="noStrike">
              <a:solidFill>
                <a:srgbClr val="000000"/>
              </a:solidFill>
              <a:latin typeface="Arial"/>
            </a:endParaRPr>
          </a:p>
          <a:p>
            <a:endParaRPr b="0" lang="en-GB" sz="1800" spc="-1" strike="noStrike">
              <a:solidFill>
                <a:srgbClr val="000000"/>
              </a:solidFill>
              <a:latin typeface="Arial"/>
            </a:endParaRPr>
          </a:p>
        </p:txBody>
      </p:sp>
      <p:pic>
        <p:nvPicPr>
          <p:cNvPr id="23" name="" descr=""/>
          <p:cNvPicPr/>
          <p:nvPr/>
        </p:nvPicPr>
        <p:blipFill>
          <a:blip r:embed="rId1"/>
          <a:stretch/>
        </p:blipFill>
        <p:spPr>
          <a:xfrm>
            <a:off x="3240000" y="1452240"/>
            <a:ext cx="3638160" cy="3047760"/>
          </a:xfrm>
          <a:prstGeom prst="rect">
            <a:avLst/>
          </a:prstGeom>
          <a:ln w="18000">
            <a:noFill/>
          </a:ln>
        </p:spPr>
      </p:pic>
      <p:sp>
        <p:nvSpPr>
          <p:cNvPr id="3" name="PlaceHolder 2"/>
          <p:cNvSpPr>
            <a:spLocks noGrp="1"/>
          </p:cNvSpPr>
          <p:nvPr>
            <p:ph type="sldNum" idx="6"/>
          </p:nvPr>
        </p:nvSpPr>
        <p:spPr/>
        <p:txBody>
          <a:bodyPr/>
          <a:p>
            <a:fld id="{65003F08-301B-4C0F-AEBA-5413428CCFE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Sprites</a:t>
            </a:r>
            <a:endParaRPr b="0" lang="en-GB" sz="3300" spc="-1" strike="noStrike">
              <a:solidFill>
                <a:srgbClr val="ffffff"/>
              </a:solidFill>
              <a:latin typeface="Arial"/>
            </a:endParaRPr>
          </a:p>
        </p:txBody>
      </p:sp>
      <p:sp>
        <p:nvSpPr>
          <p:cNvPr id="25" name=""/>
          <p:cNvSpPr txBox="1"/>
          <p:nvPr/>
        </p:nvSpPr>
        <p:spPr>
          <a:xfrm>
            <a:off x="540000" y="1080000"/>
            <a:ext cx="9000000" cy="342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Select two sprites:</a:t>
            </a:r>
            <a:endParaRPr b="0" lang="en-GB" sz="1800" spc="-1" strike="noStrike">
              <a:solidFill>
                <a:srgbClr val="000000"/>
              </a:solidFill>
              <a:latin typeface="Arial"/>
            </a:endParaRPr>
          </a:p>
          <a:p>
            <a:endParaRPr b="0" lang="en-GB" sz="1800" spc="-1" strike="noStrike">
              <a:solidFill>
                <a:srgbClr val="000000"/>
              </a:solidFill>
              <a:latin typeface="Arial"/>
            </a:endParaRPr>
          </a:p>
        </p:txBody>
      </p:sp>
      <p:pic>
        <p:nvPicPr>
          <p:cNvPr id="26" name="" descr=""/>
          <p:cNvPicPr/>
          <p:nvPr/>
        </p:nvPicPr>
        <p:blipFill>
          <a:blip r:embed="rId1"/>
          <a:stretch/>
        </p:blipFill>
        <p:spPr>
          <a:xfrm>
            <a:off x="4267800" y="2312640"/>
            <a:ext cx="1542600" cy="1037880"/>
          </a:xfrm>
          <a:prstGeom prst="rect">
            <a:avLst/>
          </a:prstGeom>
          <a:ln w="18000">
            <a:noFill/>
          </a:ln>
        </p:spPr>
      </p:pic>
      <p:sp>
        <p:nvSpPr>
          <p:cNvPr id="3" name="PlaceHolder 2"/>
          <p:cNvSpPr>
            <a:spLocks noGrp="1"/>
          </p:cNvSpPr>
          <p:nvPr>
            <p:ph type="sldNum" idx="6"/>
          </p:nvPr>
        </p:nvSpPr>
        <p:spPr/>
        <p:txBody>
          <a:bodyPr/>
          <a:p>
            <a:fld id="{53F15854-06EB-4FE5-8B67-08B46AA79371}"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Button</a:t>
            </a:r>
            <a:endParaRPr b="0" lang="en-GB" sz="3300" spc="-1" strike="noStrike">
              <a:solidFill>
                <a:srgbClr val="ffffff"/>
              </a:solidFill>
              <a:latin typeface="Arial"/>
            </a:endParaRPr>
          </a:p>
        </p:txBody>
      </p:sp>
      <p:sp>
        <p:nvSpPr>
          <p:cNvPr id="28" name=""/>
          <p:cNvSpPr txBox="1"/>
          <p:nvPr/>
        </p:nvSpPr>
        <p:spPr>
          <a:xfrm>
            <a:off x="360000" y="1080000"/>
            <a:ext cx="9360000" cy="360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Select a button sprite</a:t>
            </a:r>
            <a:endParaRPr b="0" lang="en-GB" sz="1800" spc="-1" strike="noStrike">
              <a:solidFill>
                <a:srgbClr val="000000"/>
              </a:solidFill>
              <a:latin typeface="Arial"/>
            </a:endParaRPr>
          </a:p>
          <a:p>
            <a:endParaRPr b="0" lang="en-GB" sz="1800" spc="-1" strike="noStrike">
              <a:solidFill>
                <a:srgbClr val="000000"/>
              </a:solidFill>
              <a:latin typeface="Arial"/>
            </a:endParaRPr>
          </a:p>
        </p:txBody>
      </p:sp>
      <p:pic>
        <p:nvPicPr>
          <p:cNvPr id="29" name="" descr=""/>
          <p:cNvPicPr/>
          <p:nvPr/>
        </p:nvPicPr>
        <p:blipFill>
          <a:blip r:embed="rId1"/>
          <a:stretch/>
        </p:blipFill>
        <p:spPr>
          <a:xfrm>
            <a:off x="2462760" y="1908000"/>
            <a:ext cx="5152680" cy="1847520"/>
          </a:xfrm>
          <a:prstGeom prst="rect">
            <a:avLst/>
          </a:prstGeom>
          <a:ln w="18000">
            <a:noFill/>
          </a:ln>
        </p:spPr>
      </p:pic>
      <p:sp>
        <p:nvSpPr>
          <p:cNvPr id="3" name="PlaceHolder 2"/>
          <p:cNvSpPr>
            <a:spLocks noGrp="1"/>
          </p:cNvSpPr>
          <p:nvPr>
            <p:ph type="sldNum" idx="6"/>
          </p:nvPr>
        </p:nvSpPr>
        <p:spPr/>
        <p:txBody>
          <a:bodyPr/>
          <a:p>
            <a:fld id="{EC711BDF-59D3-4CF5-9F4A-F40AA23FDBE9}"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Edit button sprite</a:t>
            </a:r>
            <a:endParaRPr b="0" lang="en-GB" sz="3300" spc="-1" strike="noStrike">
              <a:solidFill>
                <a:srgbClr val="ffffff"/>
              </a:solidFill>
              <a:latin typeface="Arial"/>
            </a:endParaRPr>
          </a:p>
        </p:txBody>
      </p:sp>
      <p:sp>
        <p:nvSpPr>
          <p:cNvPr id="31" name=""/>
          <p:cNvSpPr txBox="1"/>
          <p:nvPr/>
        </p:nvSpPr>
        <p:spPr>
          <a:xfrm>
            <a:off x="540000" y="1080000"/>
            <a:ext cx="9180000" cy="360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Edit button sprite to show costume1 – READY and costume2 – RETRY</a:t>
            </a:r>
            <a:endParaRPr b="0" lang="en-GB" sz="1800" spc="-1" strike="noStrike">
              <a:solidFill>
                <a:srgbClr val="000000"/>
              </a:solidFill>
              <a:latin typeface="Arial"/>
            </a:endParaRPr>
          </a:p>
          <a:p>
            <a:endParaRPr b="0" lang="en-GB" sz="1800" spc="-1" strike="noStrike">
              <a:solidFill>
                <a:srgbClr val="000000"/>
              </a:solidFill>
              <a:latin typeface="Arial"/>
            </a:endParaRPr>
          </a:p>
          <a:p>
            <a:r>
              <a:rPr b="0" lang="en-GB" sz="1800" spc="-1" strike="noStrike">
                <a:solidFill>
                  <a:srgbClr val="000000"/>
                </a:solidFill>
                <a:latin typeface="Arial"/>
              </a:rPr>
              <a:t>Rename Costume:</a:t>
            </a:r>
            <a:endParaRPr b="0" lang="en-GB" sz="1800" spc="-1" strike="noStrike">
              <a:solidFill>
                <a:srgbClr val="000000"/>
              </a:solidFill>
              <a:latin typeface="Arial"/>
            </a:endParaRPr>
          </a:p>
          <a:p>
            <a:r>
              <a:rPr b="0" lang="en-GB" sz="1800" spc="-1" strike="noStrike">
                <a:solidFill>
                  <a:srgbClr val="000000"/>
                </a:solidFill>
                <a:latin typeface="Arial"/>
              </a:rPr>
              <a:t> </a:t>
            </a:r>
            <a:r>
              <a:rPr b="0" lang="en-GB" sz="1800" spc="-1" strike="noStrike">
                <a:solidFill>
                  <a:srgbClr val="000000"/>
                </a:solidFill>
                <a:latin typeface="Arial"/>
              </a:rPr>
              <a:t>startButton and retryButton</a:t>
            </a:r>
            <a:endParaRPr b="0" lang="en-GB" sz="1800" spc="-1" strike="noStrike">
              <a:solidFill>
                <a:srgbClr val="000000"/>
              </a:solidFill>
              <a:latin typeface="Arial"/>
            </a:endParaRPr>
          </a:p>
        </p:txBody>
      </p:sp>
      <p:pic>
        <p:nvPicPr>
          <p:cNvPr id="32" name="" descr=""/>
          <p:cNvPicPr/>
          <p:nvPr/>
        </p:nvPicPr>
        <p:blipFill>
          <a:blip r:embed="rId1"/>
          <a:stretch/>
        </p:blipFill>
        <p:spPr>
          <a:xfrm>
            <a:off x="3600000" y="1478520"/>
            <a:ext cx="5288040" cy="3561480"/>
          </a:xfrm>
          <a:prstGeom prst="rect">
            <a:avLst/>
          </a:prstGeom>
          <a:ln w="18000">
            <a:noFill/>
          </a:ln>
        </p:spPr>
      </p:pic>
      <p:sp>
        <p:nvSpPr>
          <p:cNvPr id="3" name="PlaceHolder 2"/>
          <p:cNvSpPr>
            <a:spLocks noGrp="1"/>
          </p:cNvSpPr>
          <p:nvPr>
            <p:ph type="sldNum" idx="6"/>
          </p:nvPr>
        </p:nvSpPr>
        <p:spPr/>
        <p:txBody>
          <a:bodyPr/>
          <a:p>
            <a:fld id="{8F1E96D4-1347-4254-90C8-4520A8932DC0}"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Variables</a:t>
            </a:r>
            <a:endParaRPr b="0" lang="en-GB" sz="3300" spc="-1" strike="noStrike">
              <a:solidFill>
                <a:srgbClr val="ffffff"/>
              </a:solidFill>
              <a:latin typeface="Arial"/>
            </a:endParaRPr>
          </a:p>
        </p:txBody>
      </p:sp>
      <p:pic>
        <p:nvPicPr>
          <p:cNvPr id="34" name="" descr=""/>
          <p:cNvPicPr/>
          <p:nvPr/>
        </p:nvPicPr>
        <p:blipFill>
          <a:blip r:embed="rId1"/>
          <a:stretch/>
        </p:blipFill>
        <p:spPr>
          <a:xfrm>
            <a:off x="7142400" y="865440"/>
            <a:ext cx="2757600" cy="4174560"/>
          </a:xfrm>
          <a:prstGeom prst="rect">
            <a:avLst/>
          </a:prstGeom>
          <a:ln w="18000">
            <a:noFill/>
          </a:ln>
        </p:spPr>
      </p:pic>
      <p:sp>
        <p:nvSpPr>
          <p:cNvPr id="35" name=""/>
          <p:cNvSpPr txBox="1"/>
          <p:nvPr/>
        </p:nvSpPr>
        <p:spPr>
          <a:xfrm>
            <a:off x="180000" y="900000"/>
            <a:ext cx="684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Set variables:</a:t>
            </a:r>
            <a:endParaRPr b="0" lang="en-GB" sz="1800" spc="-1" strike="noStrike">
              <a:solidFill>
                <a:srgbClr val="000000"/>
              </a:solidFill>
              <a:latin typeface="Arial"/>
            </a:endParaRPr>
          </a:p>
          <a:p>
            <a:endParaRPr b="0" lang="en-GB" sz="1800" spc="-1" strike="noStrike">
              <a:solidFill>
                <a:srgbClr val="000000"/>
              </a:solidFill>
              <a:latin typeface="Arial"/>
            </a:endParaRPr>
          </a:p>
          <a:p>
            <a:pPr marL="216000" indent="-216000">
              <a:buClr>
                <a:srgbClr val="000000"/>
              </a:buClr>
              <a:buSzPct val="45000"/>
              <a:buFont typeface="Wingdings" charset="2"/>
              <a:buChar char=""/>
            </a:pPr>
            <a:r>
              <a:rPr b="0" lang="en-GB" sz="1800" spc="-1" strike="noStrike">
                <a:solidFill>
                  <a:srgbClr val="000000"/>
                </a:solidFill>
                <a:latin typeface="Arial"/>
              </a:rPr>
              <a:t>cooldown</a:t>
            </a:r>
            <a:endParaRPr b="0" lang="en-GB" sz="1800" spc="-1" strike="noStrike">
              <a:solidFill>
                <a:srgbClr val="000000"/>
              </a:solidFill>
              <a:latin typeface="Arial"/>
            </a:endParaRPr>
          </a:p>
          <a:p>
            <a:pPr marL="216000" indent="-216000">
              <a:buClr>
                <a:srgbClr val="000000"/>
              </a:buClr>
              <a:buSzPct val="45000"/>
              <a:buFont typeface="Wingdings" charset="2"/>
              <a:buChar char=""/>
            </a:pPr>
            <a:r>
              <a:rPr b="0" lang="en-GB" sz="1800" spc="-1" strike="noStrike">
                <a:solidFill>
                  <a:srgbClr val="000000"/>
                </a:solidFill>
                <a:latin typeface="Arial"/>
              </a:rPr>
              <a:t>gameStarted</a:t>
            </a:r>
            <a:endParaRPr b="0" lang="en-GB" sz="1800" spc="-1" strike="noStrike">
              <a:solidFill>
                <a:srgbClr val="000000"/>
              </a:solidFill>
              <a:latin typeface="Arial"/>
            </a:endParaRPr>
          </a:p>
          <a:p>
            <a:pPr marL="216000" indent="-216000">
              <a:buClr>
                <a:srgbClr val="000000"/>
              </a:buClr>
              <a:buSzPct val="45000"/>
              <a:buFont typeface="Wingdings" charset="2"/>
              <a:buChar char=""/>
            </a:pPr>
            <a:r>
              <a:rPr b="0" lang="en-GB" sz="1800" spc="-1" strike="noStrike">
                <a:solidFill>
                  <a:srgbClr val="000000"/>
                </a:solidFill>
                <a:latin typeface="Arial"/>
              </a:rPr>
              <a:t>score</a:t>
            </a:r>
            <a:endParaRPr b="0" lang="en-GB" sz="1800" spc="-1" strike="noStrike">
              <a:solidFill>
                <a:srgbClr val="000000"/>
              </a:solidFill>
              <a:latin typeface="Arial"/>
            </a:endParaRPr>
          </a:p>
          <a:p>
            <a:pPr marL="216000" indent="-216000">
              <a:buClr>
                <a:srgbClr val="000000"/>
              </a:buClr>
              <a:buSzPct val="45000"/>
              <a:buFont typeface="Wingdings" charset="2"/>
              <a:buChar char=""/>
            </a:pPr>
            <a:r>
              <a:rPr b="0" lang="en-GB" sz="1800" spc="-1" strike="noStrike">
                <a:solidFill>
                  <a:srgbClr val="000000"/>
                </a:solidFill>
                <a:latin typeface="Arial"/>
              </a:rPr>
              <a:t>timer</a:t>
            </a:r>
            <a:endParaRPr b="0" lang="en-GB" sz="1800" spc="-1" strike="noStrike">
              <a:solidFill>
                <a:srgbClr val="000000"/>
              </a:solidFill>
              <a:latin typeface="Arial"/>
            </a:endParaRPr>
          </a:p>
          <a:p>
            <a:pPr marL="216000" indent="-216000">
              <a:buClr>
                <a:srgbClr val="000000"/>
              </a:buClr>
              <a:buSzPct val="45000"/>
              <a:buFont typeface="Wingdings" charset="2"/>
              <a:buChar char=""/>
            </a:pPr>
            <a:endParaRPr b="0" lang="en-GB" sz="1800" spc="-1" strike="noStrike">
              <a:solidFill>
                <a:srgbClr val="000000"/>
              </a:solidFill>
              <a:latin typeface="Arial"/>
            </a:endParaRPr>
          </a:p>
          <a:p>
            <a:pPr marL="216000" indent="-216000">
              <a:buClr>
                <a:srgbClr val="000000"/>
              </a:buClr>
              <a:buSzPct val="45000"/>
              <a:buFont typeface="Wingdings" charset="2"/>
              <a:buChar char=""/>
            </a:pPr>
            <a:r>
              <a:rPr b="0" lang="en-GB" sz="1800" spc="-1" strike="noStrike">
                <a:solidFill>
                  <a:srgbClr val="000000"/>
                </a:solidFill>
                <a:latin typeface="Arial"/>
              </a:rPr>
              <a:t>Make sure you set the variables `For all sprites`</a:t>
            </a:r>
            <a:endParaRPr b="0" lang="en-GB" sz="1800" spc="-1" strike="noStrike">
              <a:solidFill>
                <a:srgbClr val="000000"/>
              </a:solidFill>
              <a:latin typeface="Arial"/>
            </a:endParaRPr>
          </a:p>
        </p:txBody>
      </p:sp>
      <p:pic>
        <p:nvPicPr>
          <p:cNvPr id="36" name="" descr=""/>
          <p:cNvPicPr/>
          <p:nvPr/>
        </p:nvPicPr>
        <p:blipFill>
          <a:blip r:embed="rId2"/>
          <a:stretch/>
        </p:blipFill>
        <p:spPr>
          <a:xfrm>
            <a:off x="3060000" y="3107520"/>
            <a:ext cx="2130840" cy="1752480"/>
          </a:xfrm>
          <a:prstGeom prst="rect">
            <a:avLst/>
          </a:prstGeom>
          <a:ln w="18000">
            <a:noFill/>
          </a:ln>
        </p:spPr>
      </p:pic>
      <p:sp>
        <p:nvSpPr>
          <p:cNvPr id="3" name="PlaceHolder 2"/>
          <p:cNvSpPr>
            <a:spLocks noGrp="1"/>
          </p:cNvSpPr>
          <p:nvPr>
            <p:ph type="sldNum" idx="6"/>
          </p:nvPr>
        </p:nvSpPr>
        <p:spPr/>
        <p:txBody>
          <a:bodyPr/>
          <a:p>
            <a:fld id="{1A331CD4-DAAA-48DA-B5F8-CE27C35D07C8}"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Backdrop</a:t>
            </a:r>
            <a:endParaRPr b="0" lang="en-GB" sz="3300" spc="-1" strike="noStrike">
              <a:solidFill>
                <a:srgbClr val="ffffff"/>
              </a:solidFill>
              <a:latin typeface="Arial"/>
            </a:endParaRPr>
          </a:p>
        </p:txBody>
      </p:sp>
      <p:sp>
        <p:nvSpPr>
          <p:cNvPr id="38" name=""/>
          <p:cNvSpPr txBox="1"/>
          <p:nvPr/>
        </p:nvSpPr>
        <p:spPr>
          <a:xfrm>
            <a:off x="180000" y="900000"/>
            <a:ext cx="972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Start by hiding variables on                    in your backdrop </a:t>
            </a:r>
            <a:endParaRPr b="0" lang="en-GB" sz="1800" spc="-1" strike="noStrike">
              <a:solidFill>
                <a:srgbClr val="000000"/>
              </a:solidFill>
              <a:latin typeface="Arial"/>
            </a:endParaRPr>
          </a:p>
        </p:txBody>
      </p:sp>
      <p:pic>
        <p:nvPicPr>
          <p:cNvPr id="39" name="" descr=""/>
          <p:cNvPicPr/>
          <p:nvPr/>
        </p:nvPicPr>
        <p:blipFill>
          <a:blip r:embed="rId1"/>
          <a:stretch/>
        </p:blipFill>
        <p:spPr>
          <a:xfrm>
            <a:off x="3168000" y="792000"/>
            <a:ext cx="1076040" cy="599760"/>
          </a:xfrm>
          <a:prstGeom prst="rect">
            <a:avLst/>
          </a:prstGeom>
          <a:ln w="18000">
            <a:noFill/>
          </a:ln>
        </p:spPr>
      </p:pic>
      <p:pic>
        <p:nvPicPr>
          <p:cNvPr id="40" name="" descr=""/>
          <p:cNvPicPr/>
          <p:nvPr/>
        </p:nvPicPr>
        <p:blipFill>
          <a:blip r:embed="rId2"/>
          <a:stretch/>
        </p:blipFill>
        <p:spPr>
          <a:xfrm>
            <a:off x="2756880" y="1585800"/>
            <a:ext cx="3543120" cy="2914200"/>
          </a:xfrm>
          <a:prstGeom prst="rect">
            <a:avLst/>
          </a:prstGeom>
          <a:ln w="18000">
            <a:noFill/>
          </a:ln>
        </p:spPr>
      </p:pic>
      <p:sp>
        <p:nvSpPr>
          <p:cNvPr id="3" name="PlaceHolder 2"/>
          <p:cNvSpPr>
            <a:spLocks noGrp="1"/>
          </p:cNvSpPr>
          <p:nvPr>
            <p:ph type="sldNum" idx="6"/>
          </p:nvPr>
        </p:nvSpPr>
        <p:spPr/>
        <p:txBody>
          <a:bodyPr/>
          <a:p>
            <a:fld id="{03659948-FF2E-4CEB-B861-E38FC2D7E95A}"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Your Character</a:t>
            </a:r>
            <a:endParaRPr b="0" lang="en-GB" sz="3300" spc="-1" strike="noStrike">
              <a:solidFill>
                <a:srgbClr val="ffffff"/>
              </a:solidFill>
              <a:latin typeface="Arial"/>
            </a:endParaRPr>
          </a:p>
        </p:txBody>
      </p:sp>
      <p:sp>
        <p:nvSpPr>
          <p:cNvPr id="42" name=""/>
          <p:cNvSpPr txBox="1"/>
          <p:nvPr/>
        </p:nvSpPr>
        <p:spPr>
          <a:xfrm>
            <a:off x="360000" y="900000"/>
            <a:ext cx="9360000" cy="3780000"/>
          </a:xfrm>
          <a:prstGeom prst="rect">
            <a:avLst/>
          </a:prstGeom>
          <a:noFill/>
          <a:ln w="18000">
            <a:noFill/>
          </a:ln>
        </p:spPr>
        <p:txBody>
          <a:bodyPr numCol="2" spcCol="0" lIns="90000" rIns="90000" tIns="45000" bIns="45000" anchor="t">
            <a:noAutofit/>
          </a:bodyPr>
          <a:p>
            <a:r>
              <a:rPr b="0" lang="en-GB" sz="1800" spc="-1" strike="noStrike">
                <a:solidFill>
                  <a:srgbClr val="000000"/>
                </a:solidFill>
                <a:latin typeface="Arial"/>
              </a:rPr>
              <a:t>Start by setting up your Character to hide when starting. </a:t>
            </a:r>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r>
              <a:rPr b="0" lang="en-GB" sz="1800" spc="-1" strike="noStrike">
                <a:solidFill>
                  <a:srgbClr val="000000"/>
                </a:solidFill>
                <a:latin typeface="Arial"/>
              </a:rPr>
              <a:t>Set up character movements</a:t>
            </a:r>
            <a:endParaRPr b="0" lang="en-GB" sz="1800" spc="-1" strike="noStrike">
              <a:solidFill>
                <a:srgbClr val="000000"/>
              </a:solidFill>
              <a:latin typeface="Arial"/>
            </a:endParaRPr>
          </a:p>
        </p:txBody>
      </p:sp>
      <p:pic>
        <p:nvPicPr>
          <p:cNvPr id="43" name="" descr=""/>
          <p:cNvPicPr/>
          <p:nvPr/>
        </p:nvPicPr>
        <p:blipFill>
          <a:blip r:embed="rId1"/>
          <a:stretch/>
        </p:blipFill>
        <p:spPr>
          <a:xfrm>
            <a:off x="1424160" y="1980000"/>
            <a:ext cx="1275840" cy="1238040"/>
          </a:xfrm>
          <a:prstGeom prst="rect">
            <a:avLst/>
          </a:prstGeom>
          <a:ln w="18000">
            <a:noFill/>
          </a:ln>
        </p:spPr>
      </p:pic>
      <p:pic>
        <p:nvPicPr>
          <p:cNvPr id="44" name="" descr=""/>
          <p:cNvPicPr/>
          <p:nvPr/>
        </p:nvPicPr>
        <p:blipFill>
          <a:blip r:embed="rId2"/>
          <a:stretch/>
        </p:blipFill>
        <p:spPr>
          <a:xfrm>
            <a:off x="8100000" y="900000"/>
            <a:ext cx="1599480" cy="3853440"/>
          </a:xfrm>
          <a:prstGeom prst="rect">
            <a:avLst/>
          </a:prstGeom>
          <a:ln w="18000">
            <a:noFill/>
          </a:ln>
        </p:spPr>
      </p:pic>
      <p:sp>
        <p:nvSpPr>
          <p:cNvPr id="3" name="PlaceHolder 2"/>
          <p:cNvSpPr>
            <a:spLocks noGrp="1"/>
          </p:cNvSpPr>
          <p:nvPr>
            <p:ph type="sldNum" idx="6"/>
          </p:nvPr>
        </p:nvSpPr>
        <p:spPr/>
        <p:txBody>
          <a:bodyPr/>
          <a:p>
            <a:fld id="{BB5050F2-2EE1-412A-BD8E-00CD32BC6C5C}"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Set up NPC(Non Playable Character)</a:t>
            </a:r>
            <a:endParaRPr b="0" lang="en-GB" sz="3300" spc="-1" strike="noStrike">
              <a:solidFill>
                <a:srgbClr val="ffffff"/>
              </a:solidFill>
              <a:latin typeface="Arial"/>
            </a:endParaRPr>
          </a:p>
        </p:txBody>
      </p:sp>
      <p:sp>
        <p:nvSpPr>
          <p:cNvPr id="46" name=""/>
          <p:cNvSpPr txBox="1"/>
          <p:nvPr/>
        </p:nvSpPr>
        <p:spPr>
          <a:xfrm>
            <a:off x="360000" y="900000"/>
            <a:ext cx="9360000" cy="3780000"/>
          </a:xfrm>
          <a:prstGeom prst="rect">
            <a:avLst/>
          </a:prstGeom>
          <a:noFill/>
          <a:ln w="18000">
            <a:noFill/>
          </a:ln>
        </p:spPr>
        <p:txBody>
          <a:bodyPr numCol="2" spcCol="0" lIns="90000" rIns="90000" tIns="45000" bIns="45000" anchor="t">
            <a:noAutofit/>
          </a:bodyPr>
          <a:p>
            <a:r>
              <a:rPr b="0" lang="en-GB" sz="1800" spc="-1" strike="noStrike">
                <a:solidFill>
                  <a:srgbClr val="000000"/>
                </a:solidFill>
                <a:latin typeface="Arial"/>
              </a:rPr>
              <a:t>Start hidden </a:t>
            </a:r>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a:p>
            <a:endParaRPr b="0" lang="en-GB" sz="1800" spc="-1" strike="noStrike">
              <a:solidFill>
                <a:srgbClr val="000000"/>
              </a:solidFill>
              <a:latin typeface="Arial"/>
            </a:endParaRPr>
          </a:p>
        </p:txBody>
      </p:sp>
      <p:pic>
        <p:nvPicPr>
          <p:cNvPr id="47" name="" descr=""/>
          <p:cNvPicPr/>
          <p:nvPr/>
        </p:nvPicPr>
        <p:blipFill>
          <a:blip r:embed="rId1"/>
          <a:stretch/>
        </p:blipFill>
        <p:spPr>
          <a:xfrm>
            <a:off x="315360" y="1292760"/>
            <a:ext cx="1304640" cy="1047240"/>
          </a:xfrm>
          <a:prstGeom prst="rect">
            <a:avLst/>
          </a:prstGeom>
          <a:ln w="18000">
            <a:noFill/>
          </a:ln>
        </p:spPr>
      </p:pic>
      <p:sp>
        <p:nvSpPr>
          <p:cNvPr id="3" name="PlaceHolder 2"/>
          <p:cNvSpPr>
            <a:spLocks noGrp="1"/>
          </p:cNvSpPr>
          <p:nvPr>
            <p:ph type="sldNum" idx="6"/>
          </p:nvPr>
        </p:nvSpPr>
        <p:spPr/>
        <p:txBody>
          <a:bodyPr/>
          <a:p>
            <a:fld id="{23C11B13-8527-45A5-9A9E-D5CBABCF3085}"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Button</a:t>
            </a:r>
            <a:endParaRPr b="0" lang="en-GB" sz="3300" spc="-1" strike="noStrike">
              <a:solidFill>
                <a:srgbClr val="ffffff"/>
              </a:solidFill>
              <a:latin typeface="Arial"/>
            </a:endParaRPr>
          </a:p>
        </p:txBody>
      </p:sp>
      <p:sp>
        <p:nvSpPr>
          <p:cNvPr id="49" name=""/>
          <p:cNvSpPr txBox="1"/>
          <p:nvPr/>
        </p:nvSpPr>
        <p:spPr>
          <a:xfrm>
            <a:off x="180000" y="900000"/>
            <a:ext cx="972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The `Button` is the main function of the game that controls the everything, Start by setting the main event.</a:t>
            </a:r>
            <a:endParaRPr b="0" lang="en-GB" sz="1800" spc="-1" strike="noStrike">
              <a:solidFill>
                <a:srgbClr val="000000"/>
              </a:solidFill>
              <a:latin typeface="Arial"/>
            </a:endParaRPr>
          </a:p>
        </p:txBody>
      </p:sp>
      <p:pic>
        <p:nvPicPr>
          <p:cNvPr id="50" name="" descr=""/>
          <p:cNvPicPr/>
          <p:nvPr/>
        </p:nvPicPr>
        <p:blipFill>
          <a:blip r:embed="rId1"/>
          <a:stretch/>
        </p:blipFill>
        <p:spPr>
          <a:xfrm>
            <a:off x="4054320" y="1620000"/>
            <a:ext cx="1971360" cy="2685600"/>
          </a:xfrm>
          <a:prstGeom prst="rect">
            <a:avLst/>
          </a:prstGeom>
          <a:ln w="18000">
            <a:noFill/>
          </a:ln>
        </p:spPr>
      </p:pic>
      <p:sp>
        <p:nvSpPr>
          <p:cNvPr id="3" name="PlaceHolder 2"/>
          <p:cNvSpPr>
            <a:spLocks noGrp="1"/>
          </p:cNvSpPr>
          <p:nvPr>
            <p:ph type="sldNum" idx="6"/>
          </p:nvPr>
        </p:nvSpPr>
        <p:spPr/>
        <p:txBody>
          <a:bodyPr/>
          <a:p>
            <a:fld id="{003CDADA-2E0D-4AF3-96BB-3019EBBB56AC}"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Click event</a:t>
            </a:r>
            <a:endParaRPr b="0" lang="en-GB" sz="3300" spc="-1" strike="noStrike">
              <a:solidFill>
                <a:srgbClr val="ffffff"/>
              </a:solidFill>
              <a:latin typeface="Arial"/>
            </a:endParaRPr>
          </a:p>
        </p:txBody>
      </p:sp>
      <p:sp>
        <p:nvSpPr>
          <p:cNvPr id="52" name=""/>
          <p:cNvSpPr txBox="1"/>
          <p:nvPr/>
        </p:nvSpPr>
        <p:spPr>
          <a:xfrm>
            <a:off x="180000" y="900000"/>
            <a:ext cx="9720000" cy="378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When we click the `Button` we want our game to start and `hide` the button and then set the variables we need for the game. </a:t>
            </a:r>
            <a:endParaRPr b="0" lang="en-GB" sz="1800" spc="-1" strike="noStrike">
              <a:solidFill>
                <a:srgbClr val="000000"/>
              </a:solidFill>
              <a:latin typeface="Arial"/>
            </a:endParaRPr>
          </a:p>
        </p:txBody>
      </p:sp>
      <p:pic>
        <p:nvPicPr>
          <p:cNvPr id="53" name="" descr=""/>
          <p:cNvPicPr/>
          <p:nvPr/>
        </p:nvPicPr>
        <p:blipFill>
          <a:blip r:embed="rId1"/>
          <a:stretch/>
        </p:blipFill>
        <p:spPr>
          <a:xfrm>
            <a:off x="4105800" y="1622160"/>
            <a:ext cx="1866600" cy="2418840"/>
          </a:xfrm>
          <a:prstGeom prst="rect">
            <a:avLst/>
          </a:prstGeom>
          <a:ln w="18000">
            <a:noFill/>
          </a:ln>
        </p:spPr>
      </p:pic>
      <p:sp>
        <p:nvSpPr>
          <p:cNvPr id="3" name="PlaceHolder 2"/>
          <p:cNvSpPr>
            <a:spLocks noGrp="1"/>
          </p:cNvSpPr>
          <p:nvPr>
            <p:ph type="sldNum" idx="6"/>
          </p:nvPr>
        </p:nvSpPr>
        <p:spPr/>
        <p:txBody>
          <a:bodyPr/>
          <a:p>
            <a:fld id="{0FA5BCAA-0DB5-4E4D-BD9C-0E20607A6B38}"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Broadcast</a:t>
            </a:r>
            <a:endParaRPr b="0" lang="en-GB" sz="3300" spc="-1" strike="noStrike">
              <a:solidFill>
                <a:srgbClr val="ffffff"/>
              </a:solidFill>
              <a:latin typeface="Arial"/>
            </a:endParaRPr>
          </a:p>
        </p:txBody>
      </p:sp>
      <p:sp>
        <p:nvSpPr>
          <p:cNvPr id="55" name=""/>
          <p:cNvSpPr txBox="1"/>
          <p:nvPr/>
        </p:nvSpPr>
        <p:spPr>
          <a:xfrm>
            <a:off x="180000" y="900000"/>
            <a:ext cx="972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We need to let other items/sprites in the program aware the game has started so we do a `broadcast` .  Create two `broadcast` messages endGame &amp; startGame and add it to your last block.</a:t>
            </a:r>
            <a:endParaRPr b="0" lang="en-GB" sz="1800" spc="-1" strike="noStrike">
              <a:solidFill>
                <a:srgbClr val="000000"/>
              </a:solidFill>
              <a:latin typeface="Arial"/>
            </a:endParaRPr>
          </a:p>
        </p:txBody>
      </p:sp>
      <p:pic>
        <p:nvPicPr>
          <p:cNvPr id="56" name="" descr=""/>
          <p:cNvPicPr/>
          <p:nvPr/>
        </p:nvPicPr>
        <p:blipFill>
          <a:blip r:embed="rId1"/>
          <a:stretch/>
        </p:blipFill>
        <p:spPr>
          <a:xfrm>
            <a:off x="3724920" y="1603080"/>
            <a:ext cx="2628720" cy="2457000"/>
          </a:xfrm>
          <a:prstGeom prst="rect">
            <a:avLst/>
          </a:prstGeom>
          <a:ln w="18000">
            <a:noFill/>
          </a:ln>
        </p:spPr>
      </p:pic>
      <p:sp>
        <p:nvSpPr>
          <p:cNvPr id="3" name="PlaceHolder 2"/>
          <p:cNvSpPr>
            <a:spLocks noGrp="1"/>
          </p:cNvSpPr>
          <p:nvPr>
            <p:ph type="sldNum" idx="6"/>
          </p:nvPr>
        </p:nvSpPr>
        <p:spPr/>
        <p:txBody>
          <a:bodyPr/>
          <a:p>
            <a:fld id="{444D8C35-E181-44EF-9B4C-41E79D10B27C}"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Game Loop</a:t>
            </a:r>
            <a:endParaRPr b="0" lang="en-GB" sz="3300" spc="-1" strike="noStrike">
              <a:solidFill>
                <a:srgbClr val="ffffff"/>
              </a:solidFill>
              <a:latin typeface="Arial"/>
            </a:endParaRPr>
          </a:p>
        </p:txBody>
      </p:sp>
      <p:sp>
        <p:nvSpPr>
          <p:cNvPr id="58" name=""/>
          <p:cNvSpPr txBox="1"/>
          <p:nvPr/>
        </p:nvSpPr>
        <p:spPr>
          <a:xfrm>
            <a:off x="237600" y="932400"/>
            <a:ext cx="954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This is the main game loop that will run and start the timer. This is the same as the while loop. </a:t>
            </a:r>
            <a:endParaRPr b="0" lang="en-GB" sz="1800" spc="-1" strike="noStrike">
              <a:solidFill>
                <a:srgbClr val="000000"/>
              </a:solidFill>
              <a:latin typeface="Arial"/>
            </a:endParaRPr>
          </a:p>
        </p:txBody>
      </p:sp>
      <p:pic>
        <p:nvPicPr>
          <p:cNvPr id="59" name="" descr=""/>
          <p:cNvPicPr/>
          <p:nvPr/>
        </p:nvPicPr>
        <p:blipFill>
          <a:blip r:embed="rId1"/>
          <a:stretch/>
        </p:blipFill>
        <p:spPr>
          <a:xfrm>
            <a:off x="4140000" y="1810800"/>
            <a:ext cx="2228400" cy="1609200"/>
          </a:xfrm>
          <a:prstGeom prst="rect">
            <a:avLst/>
          </a:prstGeom>
          <a:ln w="18000">
            <a:noFill/>
          </a:ln>
        </p:spPr>
      </p:pic>
      <p:pic>
        <p:nvPicPr>
          <p:cNvPr id="60" name="" descr=""/>
          <p:cNvPicPr/>
          <p:nvPr/>
        </p:nvPicPr>
        <p:blipFill>
          <a:blip r:embed="rId2"/>
          <a:stretch/>
        </p:blipFill>
        <p:spPr>
          <a:xfrm>
            <a:off x="360000" y="3960000"/>
            <a:ext cx="1942920" cy="847440"/>
          </a:xfrm>
          <a:prstGeom prst="rect">
            <a:avLst/>
          </a:prstGeom>
          <a:ln w="18000">
            <a:noFill/>
          </a:ln>
        </p:spPr>
      </p:pic>
      <p:sp>
        <p:nvSpPr>
          <p:cNvPr id="61" name=""/>
          <p:cNvSpPr txBox="1"/>
          <p:nvPr/>
        </p:nvSpPr>
        <p:spPr>
          <a:xfrm>
            <a:off x="237600" y="1620000"/>
            <a:ext cx="2520000" cy="720000"/>
          </a:xfrm>
          <a:prstGeom prst="rect">
            <a:avLst/>
          </a:prstGeom>
          <a:noFill/>
          <a:ln w="18000">
            <a:noFill/>
          </a:ln>
        </p:spPr>
        <p:txBody>
          <a:bodyPr lIns="90000" rIns="90000" tIns="45000" bIns="45000" anchor="t">
            <a:noAutofit/>
          </a:bodyPr>
          <a:p>
            <a:pPr>
              <a:lnSpc>
                <a:spcPct val="100000"/>
              </a:lnSpc>
            </a:pPr>
            <a:r>
              <a:rPr b="0" lang="en-GB" sz="1800" spc="-1" strike="noStrike">
                <a:solidFill>
                  <a:srgbClr val="000000"/>
                </a:solidFill>
                <a:latin typeface="Arial"/>
              </a:rPr>
              <a:t>This could be written like:</a:t>
            </a:r>
            <a:endParaRPr b="0" lang="en-GB" sz="1800" spc="-1" strike="noStrike">
              <a:solidFill>
                <a:srgbClr val="000000"/>
              </a:solidFill>
              <a:latin typeface="Arial"/>
            </a:endParaRPr>
          </a:p>
        </p:txBody>
      </p:sp>
      <p:pic>
        <p:nvPicPr>
          <p:cNvPr id="62" name="" descr=""/>
          <p:cNvPicPr/>
          <p:nvPr/>
        </p:nvPicPr>
        <p:blipFill>
          <a:blip r:embed="rId3"/>
          <a:stretch/>
        </p:blipFill>
        <p:spPr>
          <a:xfrm>
            <a:off x="300960" y="2340000"/>
            <a:ext cx="2219040" cy="875880"/>
          </a:xfrm>
          <a:prstGeom prst="rect">
            <a:avLst/>
          </a:prstGeom>
          <a:ln w="18000">
            <a:noFill/>
          </a:ln>
        </p:spPr>
      </p:pic>
      <p:sp>
        <p:nvSpPr>
          <p:cNvPr id="63" name=""/>
          <p:cNvSpPr txBox="1"/>
          <p:nvPr/>
        </p:nvSpPr>
        <p:spPr>
          <a:xfrm>
            <a:off x="237600" y="3420000"/>
            <a:ext cx="1260000" cy="3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Or:</a:t>
            </a:r>
            <a:endParaRPr b="0" lang="en-GB" sz="1800" spc="-1" strike="noStrike">
              <a:solidFill>
                <a:srgbClr val="000000"/>
              </a:solidFill>
              <a:latin typeface="Arial"/>
            </a:endParaRPr>
          </a:p>
        </p:txBody>
      </p:sp>
      <p:sp>
        <p:nvSpPr>
          <p:cNvPr id="3" name="PlaceHolder 2"/>
          <p:cNvSpPr>
            <a:spLocks noGrp="1"/>
          </p:cNvSpPr>
          <p:nvPr>
            <p:ph type="sldNum" idx="6"/>
          </p:nvPr>
        </p:nvSpPr>
        <p:spPr/>
        <p:txBody>
          <a:bodyPr/>
          <a:p>
            <a:fld id="{4C50B27B-19C6-430C-8CBD-E43CE5C7761A}"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End of Game</a:t>
            </a:r>
            <a:endParaRPr b="0" lang="en-GB" sz="3300" spc="-1" strike="noStrike">
              <a:solidFill>
                <a:srgbClr val="ffffff"/>
              </a:solidFill>
              <a:latin typeface="Arial"/>
            </a:endParaRPr>
          </a:p>
        </p:txBody>
      </p:sp>
      <p:sp>
        <p:nvSpPr>
          <p:cNvPr id="65" name=""/>
          <p:cNvSpPr txBox="1"/>
          <p:nvPr/>
        </p:nvSpPr>
        <p:spPr>
          <a:xfrm>
            <a:off x="180000" y="900000"/>
            <a:ext cx="9540000" cy="378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At the end of the game loop we want to reset so we hide, score,timer and change the `button` costume to the `retryButton` , we then want to show the button and print the score and broadcast `endGame`. </a:t>
            </a:r>
            <a:endParaRPr b="0" lang="en-GB" sz="1800" spc="-1" strike="noStrike">
              <a:solidFill>
                <a:srgbClr val="000000"/>
              </a:solidFill>
              <a:latin typeface="Arial"/>
            </a:endParaRPr>
          </a:p>
        </p:txBody>
      </p:sp>
      <p:pic>
        <p:nvPicPr>
          <p:cNvPr id="66" name="" descr=""/>
          <p:cNvPicPr/>
          <p:nvPr/>
        </p:nvPicPr>
        <p:blipFill>
          <a:blip r:embed="rId1"/>
          <a:stretch/>
        </p:blipFill>
        <p:spPr>
          <a:xfrm>
            <a:off x="3960000" y="2340000"/>
            <a:ext cx="2266560" cy="2400120"/>
          </a:xfrm>
          <a:prstGeom prst="rect">
            <a:avLst/>
          </a:prstGeom>
          <a:ln w="18000">
            <a:noFill/>
          </a:ln>
        </p:spPr>
      </p:pic>
      <p:sp>
        <p:nvSpPr>
          <p:cNvPr id="3" name="PlaceHolder 2"/>
          <p:cNvSpPr>
            <a:spLocks noGrp="1"/>
          </p:cNvSpPr>
          <p:nvPr>
            <p:ph type="sldNum" idx="6"/>
          </p:nvPr>
        </p:nvSpPr>
        <p:spPr/>
        <p:txBody>
          <a:bodyPr/>
          <a:p>
            <a:fld id="{EFE14D7F-9A40-4CDE-BDF1-3568363029B3}"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NPC Logic</a:t>
            </a:r>
            <a:endParaRPr b="0" lang="en-GB" sz="3300" spc="-1" strike="noStrike">
              <a:solidFill>
                <a:srgbClr val="ffffff"/>
              </a:solidFill>
              <a:latin typeface="Arial"/>
            </a:endParaRPr>
          </a:p>
        </p:txBody>
      </p:sp>
      <p:sp>
        <p:nvSpPr>
          <p:cNvPr id="68" name=""/>
          <p:cNvSpPr txBox="1"/>
          <p:nvPr/>
        </p:nvSpPr>
        <p:spPr>
          <a:xfrm>
            <a:off x="3060000" y="720000"/>
            <a:ext cx="6660000" cy="404856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Now we have the game loop we can now work on the NPC Logic. We have already set it hidden, but now we want it to be visible when the game hast started and to move around.</a:t>
            </a:r>
            <a:endParaRPr b="0" lang="en-GB" sz="1800" spc="-1" strike="noStrike">
              <a:solidFill>
                <a:srgbClr val="000000"/>
              </a:solidFill>
              <a:latin typeface="Arial"/>
            </a:endParaRPr>
          </a:p>
          <a:p>
            <a:endParaRPr b="0" lang="en-GB" sz="1800" spc="-1" strike="noStrike">
              <a:solidFill>
                <a:srgbClr val="000000"/>
              </a:solidFill>
              <a:latin typeface="Arial"/>
            </a:endParaRPr>
          </a:p>
          <a:p>
            <a:pPr marL="216000" indent="-216000">
              <a:buClr>
                <a:srgbClr val="000000"/>
              </a:buClr>
              <a:buSzPct val="45000"/>
              <a:buFont typeface="Wingdings" charset="2"/>
              <a:buChar char=""/>
            </a:pPr>
            <a:r>
              <a:rPr b="0" lang="en-GB" sz="1600" spc="-1" strike="noStrike">
                <a:solidFill>
                  <a:srgbClr val="000000"/>
                </a:solidFill>
                <a:latin typeface="Arial"/>
              </a:rPr>
              <a:t>Receive startGame broadcast from button</a:t>
            </a:r>
            <a:endParaRPr b="0" lang="en-GB" sz="1600" spc="-1" strike="noStrike">
              <a:solidFill>
                <a:srgbClr val="000000"/>
              </a:solidFill>
              <a:latin typeface="Arial"/>
            </a:endParaRPr>
          </a:p>
          <a:p>
            <a:pPr marL="216000" indent="-216000">
              <a:buClr>
                <a:srgbClr val="000000"/>
              </a:buClr>
              <a:buSzPct val="45000"/>
              <a:buFont typeface="Wingdings" charset="2"/>
              <a:buChar char=""/>
            </a:pPr>
            <a:r>
              <a:rPr b="0" lang="en-GB" sz="1600" spc="-1" strike="noStrike">
                <a:solidFill>
                  <a:srgbClr val="000000"/>
                </a:solidFill>
                <a:latin typeface="Arial"/>
              </a:rPr>
              <a:t>Show</a:t>
            </a:r>
            <a:endParaRPr b="0" lang="en-GB" sz="1600" spc="-1" strike="noStrike">
              <a:solidFill>
                <a:srgbClr val="000000"/>
              </a:solidFill>
              <a:latin typeface="Arial"/>
            </a:endParaRPr>
          </a:p>
          <a:p>
            <a:pPr marL="216000" indent="-216000">
              <a:buClr>
                <a:srgbClr val="000000"/>
              </a:buClr>
              <a:buSzPct val="45000"/>
              <a:buFont typeface="Wingdings" charset="2"/>
              <a:buChar char=""/>
            </a:pPr>
            <a:r>
              <a:rPr b="0" lang="en-GB" sz="1600" spc="-1" strike="noStrike">
                <a:solidFill>
                  <a:srgbClr val="000000"/>
                </a:solidFill>
                <a:latin typeface="Arial"/>
              </a:rPr>
              <a:t>Forever loop</a:t>
            </a:r>
            <a:endParaRPr b="0" lang="en-GB" sz="1600" spc="-1" strike="noStrike">
              <a:solidFill>
                <a:srgbClr val="000000"/>
              </a:solidFill>
              <a:latin typeface="Arial"/>
            </a:endParaRPr>
          </a:p>
          <a:p>
            <a:pPr marL="216000" indent="-216000">
              <a:buClr>
                <a:srgbClr val="000000"/>
              </a:buClr>
              <a:buSzPct val="45000"/>
              <a:buFont typeface="Wingdings" charset="2"/>
              <a:buChar char=""/>
            </a:pPr>
            <a:r>
              <a:rPr b="0" lang="en-GB" sz="1600" spc="-1" strike="noStrike">
                <a:solidFill>
                  <a:srgbClr val="000000"/>
                </a:solidFill>
                <a:latin typeface="Arial"/>
              </a:rPr>
              <a:t>If gameStarted &gt; 0</a:t>
            </a:r>
            <a:endParaRPr b="0" lang="en-GB" sz="1600" spc="-1" strike="noStrike">
              <a:solidFill>
                <a:srgbClr val="000000"/>
              </a:solidFill>
              <a:latin typeface="Arial"/>
            </a:endParaRPr>
          </a:p>
          <a:p>
            <a:pPr lvl="1" marL="432000" indent="-216000">
              <a:buClr>
                <a:srgbClr val="000000"/>
              </a:buClr>
              <a:buSzPct val="45000"/>
              <a:buFont typeface="Wingdings" charset="2"/>
              <a:buChar char=""/>
            </a:pPr>
            <a:r>
              <a:rPr b="0" lang="en-GB" sz="1600" spc="-1" strike="noStrike">
                <a:solidFill>
                  <a:srgbClr val="000000"/>
                </a:solidFill>
                <a:latin typeface="Arial"/>
              </a:rPr>
              <a:t>show</a:t>
            </a:r>
            <a:endParaRPr b="0" lang="en-GB" sz="1600" spc="-1" strike="noStrike">
              <a:solidFill>
                <a:srgbClr val="000000"/>
              </a:solidFill>
              <a:latin typeface="Arial"/>
            </a:endParaRPr>
          </a:p>
          <a:p>
            <a:pPr lvl="1" marL="432000" indent="-216000">
              <a:buClr>
                <a:srgbClr val="000000"/>
              </a:buClr>
              <a:buSzPct val="45000"/>
              <a:buFont typeface="Wingdings" charset="2"/>
              <a:buChar char=""/>
            </a:pPr>
            <a:r>
              <a:rPr b="0" lang="en-GB" sz="1600" spc="-1" strike="noStrike">
                <a:solidFill>
                  <a:srgbClr val="000000"/>
                </a:solidFill>
                <a:latin typeface="Arial"/>
              </a:rPr>
              <a:t>go to random possition</a:t>
            </a:r>
            <a:endParaRPr b="0" lang="en-GB" sz="1600" spc="-1" strike="noStrike">
              <a:solidFill>
                <a:srgbClr val="000000"/>
              </a:solidFill>
              <a:latin typeface="Arial"/>
            </a:endParaRPr>
          </a:p>
          <a:p>
            <a:pPr lvl="1" marL="432000" indent="-216000">
              <a:buClr>
                <a:srgbClr val="000000"/>
              </a:buClr>
              <a:buSzPct val="45000"/>
              <a:buFont typeface="Wingdings" charset="2"/>
              <a:buChar char=""/>
            </a:pPr>
            <a:r>
              <a:rPr b="0" lang="en-GB" sz="1600" spc="-1" strike="noStrike">
                <a:solidFill>
                  <a:srgbClr val="000000"/>
                </a:solidFill>
                <a:latin typeface="Arial"/>
              </a:rPr>
              <a:t>repeat until gameStarted</a:t>
            </a:r>
            <a:endParaRPr b="0" lang="en-GB" sz="1600" spc="-1" strike="noStrike">
              <a:solidFill>
                <a:srgbClr val="000000"/>
              </a:solidFill>
              <a:latin typeface="Arial"/>
            </a:endParaRPr>
          </a:p>
          <a:p>
            <a:pPr lvl="2" marL="648000" indent="-216000">
              <a:buClr>
                <a:srgbClr val="000000"/>
              </a:buClr>
              <a:buSzPct val="45000"/>
              <a:buFont typeface="Wingdings" charset="2"/>
              <a:buChar char=""/>
            </a:pPr>
            <a:r>
              <a:rPr b="0" lang="en-GB" sz="1600" spc="-1" strike="noStrike">
                <a:solidFill>
                  <a:srgbClr val="000000"/>
                </a:solidFill>
                <a:latin typeface="Arial"/>
              </a:rPr>
              <a:t>wait 1 second</a:t>
            </a:r>
            <a:endParaRPr b="0" lang="en-GB" sz="1600" spc="-1" strike="noStrike">
              <a:solidFill>
                <a:srgbClr val="000000"/>
              </a:solidFill>
              <a:latin typeface="Arial"/>
            </a:endParaRPr>
          </a:p>
          <a:p>
            <a:pPr lvl="2" marL="648000" indent="-216000">
              <a:buClr>
                <a:srgbClr val="000000"/>
              </a:buClr>
              <a:buSzPct val="45000"/>
              <a:buFont typeface="Wingdings" charset="2"/>
              <a:buChar char=""/>
            </a:pPr>
            <a:r>
              <a:rPr b="0" lang="en-GB" sz="1600" spc="-1" strike="noStrike">
                <a:solidFill>
                  <a:srgbClr val="000000"/>
                </a:solidFill>
                <a:latin typeface="Arial"/>
              </a:rPr>
              <a:t>glide 1 second to random position</a:t>
            </a:r>
            <a:endParaRPr b="0" lang="en-GB" sz="1600" spc="-1" strike="noStrike">
              <a:solidFill>
                <a:srgbClr val="000000"/>
              </a:solidFill>
              <a:latin typeface="Arial"/>
            </a:endParaRPr>
          </a:p>
          <a:p>
            <a:pPr lvl="2" marL="648000" indent="-216000">
              <a:buClr>
                <a:srgbClr val="000000"/>
              </a:buClr>
              <a:buSzPct val="45000"/>
              <a:buFont typeface="Wingdings" charset="2"/>
              <a:buChar char=""/>
            </a:pPr>
            <a:r>
              <a:rPr b="0" lang="en-GB" sz="1600" spc="-1" strike="noStrike">
                <a:solidFill>
                  <a:srgbClr val="000000"/>
                </a:solidFill>
                <a:latin typeface="Arial"/>
              </a:rPr>
              <a:t>point towards Character </a:t>
            </a:r>
            <a:endParaRPr b="0" lang="en-GB" sz="1600" spc="-1" strike="noStrike">
              <a:solidFill>
                <a:srgbClr val="000000"/>
              </a:solidFill>
              <a:latin typeface="Arial"/>
            </a:endParaRPr>
          </a:p>
          <a:p>
            <a:pPr lvl="1" marL="432000" indent="-216000">
              <a:lnSpc>
                <a:spcPct val="100000"/>
              </a:lnSpc>
              <a:buClr>
                <a:srgbClr val="000000"/>
              </a:buClr>
              <a:buSzPct val="45000"/>
              <a:buFont typeface="Wingdings" charset="2"/>
              <a:buChar char=""/>
            </a:pPr>
            <a:r>
              <a:rPr b="0" lang="en-GB" sz="1600" spc="-1" strike="noStrike">
                <a:solidFill>
                  <a:srgbClr val="000000"/>
                </a:solidFill>
                <a:latin typeface="Arial"/>
              </a:rPr>
              <a:t>Else</a:t>
            </a:r>
            <a:endParaRPr b="0" lang="en-GB" sz="1600" spc="-1" strike="noStrike">
              <a:solidFill>
                <a:srgbClr val="000000"/>
              </a:solidFill>
              <a:latin typeface="Arial"/>
            </a:endParaRPr>
          </a:p>
          <a:p>
            <a:pPr lvl="2" marL="648000" indent="-216000">
              <a:lnSpc>
                <a:spcPct val="100000"/>
              </a:lnSpc>
              <a:buClr>
                <a:srgbClr val="000000"/>
              </a:buClr>
              <a:buSzPct val="45000"/>
              <a:buFont typeface="Wingdings" charset="2"/>
              <a:buChar char=""/>
            </a:pPr>
            <a:r>
              <a:rPr b="0" lang="en-GB" sz="1600" spc="-1" strike="noStrike">
                <a:solidFill>
                  <a:srgbClr val="000000"/>
                </a:solidFill>
                <a:latin typeface="Arial"/>
              </a:rPr>
              <a:t>Hide</a:t>
            </a:r>
            <a:endParaRPr b="0" lang="en-GB" sz="1600" spc="-1" strike="noStrike">
              <a:solidFill>
                <a:srgbClr val="000000"/>
              </a:solidFill>
              <a:latin typeface="Arial"/>
            </a:endParaRPr>
          </a:p>
          <a:p>
            <a:pPr lvl="2" marL="648000" indent="-216000">
              <a:lnSpc>
                <a:spcPct val="100000"/>
              </a:lnSpc>
              <a:buClr>
                <a:srgbClr val="000000"/>
              </a:buClr>
              <a:buSzPct val="45000"/>
              <a:buFont typeface="Wingdings" charset="2"/>
              <a:buChar char=""/>
            </a:pPr>
            <a:r>
              <a:rPr b="0" lang="en-GB" sz="1600" spc="-1" strike="noStrike">
                <a:solidFill>
                  <a:srgbClr val="000000"/>
                </a:solidFill>
                <a:latin typeface="Arial"/>
              </a:rPr>
              <a:t>Stop</a:t>
            </a:r>
            <a:endParaRPr b="0" lang="en-GB" sz="1600" spc="-1" strike="noStrike">
              <a:solidFill>
                <a:srgbClr val="000000"/>
              </a:solidFill>
              <a:latin typeface="Arial"/>
            </a:endParaRPr>
          </a:p>
        </p:txBody>
      </p:sp>
      <p:pic>
        <p:nvPicPr>
          <p:cNvPr id="69" name="" descr=""/>
          <p:cNvPicPr/>
          <p:nvPr/>
        </p:nvPicPr>
        <p:blipFill>
          <a:blip r:embed="rId1"/>
          <a:stretch/>
        </p:blipFill>
        <p:spPr>
          <a:xfrm>
            <a:off x="180000" y="489960"/>
            <a:ext cx="2603520" cy="4730040"/>
          </a:xfrm>
          <a:prstGeom prst="rect">
            <a:avLst/>
          </a:prstGeom>
          <a:ln w="18000">
            <a:noFill/>
          </a:ln>
        </p:spPr>
      </p:pic>
      <p:sp>
        <p:nvSpPr>
          <p:cNvPr id="3" name="PlaceHolder 2"/>
          <p:cNvSpPr>
            <a:spLocks noGrp="1"/>
          </p:cNvSpPr>
          <p:nvPr>
            <p:ph type="sldNum" idx="6"/>
          </p:nvPr>
        </p:nvSpPr>
        <p:spPr/>
        <p:txBody>
          <a:bodyPr/>
          <a:p>
            <a:fld id="{4C3A48DC-287B-4B9F-855E-F0140033D8F3}"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End NPC/Character</a:t>
            </a:r>
            <a:endParaRPr b="0" lang="en-GB" sz="3300" spc="-1" strike="noStrike">
              <a:solidFill>
                <a:srgbClr val="ffffff"/>
              </a:solidFill>
              <a:latin typeface="Arial"/>
            </a:endParaRPr>
          </a:p>
        </p:txBody>
      </p:sp>
      <p:sp>
        <p:nvSpPr>
          <p:cNvPr id="71" name=""/>
          <p:cNvSpPr txBox="1"/>
          <p:nvPr/>
        </p:nvSpPr>
        <p:spPr>
          <a:xfrm>
            <a:off x="540000" y="900000"/>
            <a:ext cx="900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To finish of the NPC logic, we need to hide when game has ended. Do this for both NCP and Character</a:t>
            </a:r>
            <a:endParaRPr b="0" lang="en-GB" sz="1800" spc="-1" strike="noStrike">
              <a:solidFill>
                <a:srgbClr val="000000"/>
              </a:solidFill>
              <a:latin typeface="Arial"/>
            </a:endParaRPr>
          </a:p>
        </p:txBody>
      </p:sp>
      <p:pic>
        <p:nvPicPr>
          <p:cNvPr id="72" name="" descr=""/>
          <p:cNvPicPr/>
          <p:nvPr/>
        </p:nvPicPr>
        <p:blipFill>
          <a:blip r:embed="rId1"/>
          <a:stretch/>
        </p:blipFill>
        <p:spPr>
          <a:xfrm>
            <a:off x="3949560" y="1980000"/>
            <a:ext cx="1990440" cy="1076040"/>
          </a:xfrm>
          <a:prstGeom prst="rect">
            <a:avLst/>
          </a:prstGeom>
          <a:ln w="18000">
            <a:noFill/>
          </a:ln>
        </p:spPr>
      </p:pic>
      <p:sp>
        <p:nvSpPr>
          <p:cNvPr id="3" name="PlaceHolder 2"/>
          <p:cNvSpPr>
            <a:spLocks noGrp="1"/>
          </p:cNvSpPr>
          <p:nvPr>
            <p:ph type="sldNum" idx="6"/>
          </p:nvPr>
        </p:nvSpPr>
        <p:spPr/>
        <p:txBody>
          <a:bodyPr/>
          <a:p>
            <a:fld id="{C59D17AA-DDBA-407B-9608-4B9EE8B02BAA}"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Character Logic</a:t>
            </a:r>
            <a:endParaRPr b="0" lang="en-GB" sz="3300" spc="-1" strike="noStrike">
              <a:solidFill>
                <a:srgbClr val="ffffff"/>
              </a:solidFill>
              <a:latin typeface="Arial"/>
            </a:endParaRPr>
          </a:p>
        </p:txBody>
      </p:sp>
      <p:sp>
        <p:nvSpPr>
          <p:cNvPr id="74" name=""/>
          <p:cNvSpPr txBox="1"/>
          <p:nvPr/>
        </p:nvSpPr>
        <p:spPr>
          <a:xfrm>
            <a:off x="540000" y="900000"/>
            <a:ext cx="918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We need to follow similar logic to the NPC but the Character has a score and actions.</a:t>
            </a:r>
            <a:endParaRPr b="0" lang="en-GB" sz="1800" spc="-1" strike="noStrike">
              <a:solidFill>
                <a:srgbClr val="000000"/>
              </a:solidFill>
              <a:latin typeface="Arial"/>
            </a:endParaRPr>
          </a:p>
          <a:p>
            <a:endParaRPr b="0" lang="en-GB" sz="1800" spc="-1" strike="noStrike">
              <a:solidFill>
                <a:srgbClr val="000000"/>
              </a:solidFill>
              <a:latin typeface="Arial"/>
            </a:endParaRPr>
          </a:p>
          <a:p>
            <a:r>
              <a:rPr b="0" lang="en-GB" sz="1800" spc="-1" strike="noStrike">
                <a:solidFill>
                  <a:srgbClr val="000000"/>
                </a:solidFill>
                <a:latin typeface="Arial"/>
              </a:rPr>
              <a:t>We will start with the game logic, When it receive the `startGame` show the sprite then run the loop to check if game has started, if not then hide.</a:t>
            </a:r>
            <a:endParaRPr b="0" lang="en-GB" sz="1800" spc="-1" strike="noStrike">
              <a:solidFill>
                <a:srgbClr val="000000"/>
              </a:solidFill>
              <a:latin typeface="Arial"/>
            </a:endParaRPr>
          </a:p>
        </p:txBody>
      </p:sp>
      <p:pic>
        <p:nvPicPr>
          <p:cNvPr id="75" name="" descr=""/>
          <p:cNvPicPr/>
          <p:nvPr/>
        </p:nvPicPr>
        <p:blipFill>
          <a:blip r:embed="rId1"/>
          <a:stretch/>
        </p:blipFill>
        <p:spPr>
          <a:xfrm>
            <a:off x="7200000" y="1752480"/>
            <a:ext cx="2520000" cy="3287520"/>
          </a:xfrm>
          <a:prstGeom prst="rect">
            <a:avLst/>
          </a:prstGeom>
          <a:ln w="18000">
            <a:noFill/>
          </a:ln>
        </p:spPr>
      </p:pic>
      <p:sp>
        <p:nvSpPr>
          <p:cNvPr id="3" name="PlaceHolder 2"/>
          <p:cNvSpPr>
            <a:spLocks noGrp="1"/>
          </p:cNvSpPr>
          <p:nvPr>
            <p:ph type="sldNum" idx="6"/>
          </p:nvPr>
        </p:nvSpPr>
        <p:spPr/>
        <p:txBody>
          <a:bodyPr/>
          <a:p>
            <a:fld id="{AAF38A5B-5B96-4FF0-B96D-6737C38D2C4A}"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Character Actions</a:t>
            </a:r>
            <a:endParaRPr b="0" lang="en-GB" sz="3300" spc="-1" strike="noStrike">
              <a:solidFill>
                <a:srgbClr val="ffffff"/>
              </a:solidFill>
              <a:latin typeface="Arial"/>
            </a:endParaRPr>
          </a:p>
        </p:txBody>
      </p:sp>
      <p:sp>
        <p:nvSpPr>
          <p:cNvPr id="77" name=""/>
          <p:cNvSpPr txBox="1"/>
          <p:nvPr/>
        </p:nvSpPr>
        <p:spPr>
          <a:xfrm>
            <a:off x="360000" y="900000"/>
            <a:ext cx="954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The character will have movement and an action for scoring.</a:t>
            </a:r>
            <a:endParaRPr b="0" lang="en-GB" sz="1800" spc="-1" strike="noStrike">
              <a:solidFill>
                <a:srgbClr val="000000"/>
              </a:solidFill>
              <a:latin typeface="Arial"/>
            </a:endParaRPr>
          </a:p>
          <a:p>
            <a:endParaRPr b="0" lang="en-GB" sz="1800" spc="-1" strike="noStrike">
              <a:solidFill>
                <a:srgbClr val="000000"/>
              </a:solidFill>
              <a:latin typeface="Arial"/>
            </a:endParaRPr>
          </a:p>
          <a:p>
            <a:r>
              <a:rPr b="0" lang="en-GB" sz="1800" spc="-1" strike="noStrike">
                <a:solidFill>
                  <a:srgbClr val="000000"/>
                </a:solidFill>
                <a:latin typeface="Arial"/>
              </a:rPr>
              <a:t>Create events for Moving up/down and turning using the arrow,</a:t>
            </a:r>
            <a:endParaRPr b="0" lang="en-GB" sz="1800" spc="-1" strike="noStrike">
              <a:solidFill>
                <a:srgbClr val="000000"/>
              </a:solidFill>
              <a:latin typeface="Arial"/>
            </a:endParaRPr>
          </a:p>
          <a:p>
            <a:r>
              <a:rPr b="0" lang="en-GB" sz="1800" spc="-1" strike="noStrike">
                <a:solidFill>
                  <a:srgbClr val="000000"/>
                </a:solidFill>
                <a:latin typeface="Arial"/>
              </a:rPr>
              <a:t>keys.</a:t>
            </a:r>
            <a:endParaRPr b="0" lang="en-GB" sz="1800" spc="-1" strike="noStrike">
              <a:solidFill>
                <a:srgbClr val="000000"/>
              </a:solidFill>
              <a:latin typeface="Arial"/>
            </a:endParaRPr>
          </a:p>
          <a:p>
            <a:endParaRPr b="0" lang="en-GB" sz="1800" spc="-1" strike="noStrike">
              <a:solidFill>
                <a:srgbClr val="000000"/>
              </a:solidFill>
              <a:latin typeface="Arial"/>
            </a:endParaRPr>
          </a:p>
          <a:p>
            <a:r>
              <a:rPr b="0" lang="en-GB" sz="1800" spc="-1" strike="noStrike">
                <a:solidFill>
                  <a:srgbClr val="000000"/>
                </a:solidFill>
                <a:latin typeface="Arial"/>
              </a:rPr>
              <a:t>We will come back to this and fix it up for better game play later.</a:t>
            </a:r>
            <a:endParaRPr b="0" lang="en-GB" sz="1800" spc="-1" strike="noStrike">
              <a:solidFill>
                <a:srgbClr val="000000"/>
              </a:solidFill>
              <a:latin typeface="Arial"/>
            </a:endParaRPr>
          </a:p>
        </p:txBody>
      </p:sp>
      <p:pic>
        <p:nvPicPr>
          <p:cNvPr id="78" name="" descr=""/>
          <p:cNvPicPr/>
          <p:nvPr/>
        </p:nvPicPr>
        <p:blipFill>
          <a:blip r:embed="rId1"/>
          <a:stretch/>
        </p:blipFill>
        <p:spPr>
          <a:xfrm>
            <a:off x="7200000" y="467280"/>
            <a:ext cx="2066400" cy="4752720"/>
          </a:xfrm>
          <a:prstGeom prst="rect">
            <a:avLst/>
          </a:prstGeom>
          <a:ln w="18000">
            <a:noFill/>
          </a:ln>
        </p:spPr>
      </p:pic>
      <p:sp>
        <p:nvSpPr>
          <p:cNvPr id="3" name="PlaceHolder 2"/>
          <p:cNvSpPr>
            <a:spLocks noGrp="1"/>
          </p:cNvSpPr>
          <p:nvPr>
            <p:ph type="sldNum" idx="6"/>
          </p:nvPr>
        </p:nvSpPr>
        <p:spPr/>
        <p:txBody>
          <a:bodyPr/>
          <a:p>
            <a:fld id="{B3AD1850-4073-48A3-95D4-6B0A3AD2497B}"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Scoring</a:t>
            </a:r>
            <a:endParaRPr b="0" lang="en-GB" sz="3300" spc="-1" strike="noStrike">
              <a:solidFill>
                <a:srgbClr val="ffffff"/>
              </a:solidFill>
              <a:latin typeface="Arial"/>
            </a:endParaRPr>
          </a:p>
        </p:txBody>
      </p:sp>
      <p:sp>
        <p:nvSpPr>
          <p:cNvPr id="80" name=""/>
          <p:cNvSpPr txBox="1"/>
          <p:nvPr/>
        </p:nvSpPr>
        <p:spPr>
          <a:xfrm>
            <a:off x="360000" y="900000"/>
            <a:ext cx="9540000" cy="396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For the Character to score we need to be touching the NPC and press an extra button, in my example I chose `space`.  Just so we can’t spam space to score</a:t>
            </a:r>
            <a:endParaRPr b="0" lang="en-GB" sz="1800" spc="-1" strike="noStrike">
              <a:solidFill>
                <a:srgbClr val="000000"/>
              </a:solidFill>
              <a:latin typeface="Arial"/>
            </a:endParaRPr>
          </a:p>
          <a:p>
            <a:r>
              <a:rPr b="0" lang="en-GB" sz="1800" spc="-1" strike="noStrike">
                <a:solidFill>
                  <a:srgbClr val="000000"/>
                </a:solidFill>
                <a:latin typeface="Arial"/>
              </a:rPr>
              <a:t>when we are touching the NPC we add a cooldown.</a:t>
            </a:r>
            <a:endParaRPr b="0" lang="en-GB" sz="1800" spc="-1" strike="noStrike">
              <a:solidFill>
                <a:srgbClr val="000000"/>
              </a:solidFill>
              <a:latin typeface="Arial"/>
            </a:endParaRPr>
          </a:p>
          <a:p>
            <a:endParaRPr b="0" lang="en-GB" sz="1800" spc="-1" strike="noStrike">
              <a:solidFill>
                <a:srgbClr val="000000"/>
              </a:solidFill>
              <a:latin typeface="Arial"/>
            </a:endParaRPr>
          </a:p>
          <a:p>
            <a:r>
              <a:rPr b="0" lang="en-GB" sz="1800" spc="-1" strike="noStrike">
                <a:solidFill>
                  <a:srgbClr val="000000"/>
                </a:solidFill>
                <a:latin typeface="Arial"/>
              </a:rPr>
              <a:t>First we check if we are in a `cooldown`.</a:t>
            </a:r>
            <a:endParaRPr b="0" lang="en-GB" sz="1800" spc="-1" strike="noStrike">
              <a:solidFill>
                <a:srgbClr val="000000"/>
              </a:solidFill>
              <a:latin typeface="Arial"/>
            </a:endParaRPr>
          </a:p>
          <a:p>
            <a:endParaRPr b="0" lang="en-GB" sz="1800" spc="-1" strike="noStrike">
              <a:solidFill>
                <a:srgbClr val="000000"/>
              </a:solidFill>
              <a:latin typeface="Arial"/>
            </a:endParaRPr>
          </a:p>
          <a:p>
            <a:r>
              <a:rPr b="0" lang="en-GB" sz="1800" spc="-1" strike="noStrike">
                <a:solidFill>
                  <a:srgbClr val="000000"/>
                </a:solidFill>
                <a:latin typeface="Arial"/>
              </a:rPr>
              <a:t>Then we check if we are touching the NPC(fish), then we change</a:t>
            </a:r>
            <a:endParaRPr b="0" lang="en-GB" sz="1800" spc="-1" strike="noStrike">
              <a:solidFill>
                <a:srgbClr val="000000"/>
              </a:solidFill>
              <a:latin typeface="Arial"/>
            </a:endParaRPr>
          </a:p>
          <a:p>
            <a:r>
              <a:rPr b="0" lang="en-GB" sz="1800" spc="-1" strike="noStrike">
                <a:solidFill>
                  <a:srgbClr val="000000"/>
                </a:solidFill>
                <a:latin typeface="Arial"/>
              </a:rPr>
              <a:t>the score by 1 and set the `cooldown` to `1` and wait 2 seconds,</a:t>
            </a:r>
            <a:endParaRPr b="0" lang="en-GB" sz="1800" spc="-1" strike="noStrike">
              <a:solidFill>
                <a:srgbClr val="000000"/>
              </a:solidFill>
              <a:latin typeface="Arial"/>
            </a:endParaRPr>
          </a:p>
          <a:p>
            <a:r>
              <a:rPr b="0" lang="en-GB" sz="1800" spc="-1" strike="noStrike">
                <a:solidFill>
                  <a:srgbClr val="000000"/>
                </a:solidFill>
                <a:latin typeface="Arial"/>
              </a:rPr>
              <a:t>before setting `cooldown` back to 0</a:t>
            </a:r>
            <a:endParaRPr b="0" lang="en-GB" sz="1800" spc="-1" strike="noStrike">
              <a:solidFill>
                <a:srgbClr val="000000"/>
              </a:solidFill>
              <a:latin typeface="Arial"/>
            </a:endParaRPr>
          </a:p>
        </p:txBody>
      </p:sp>
      <p:pic>
        <p:nvPicPr>
          <p:cNvPr id="81" name="" descr=""/>
          <p:cNvPicPr/>
          <p:nvPr/>
        </p:nvPicPr>
        <p:blipFill>
          <a:blip r:embed="rId1"/>
          <a:stretch/>
        </p:blipFill>
        <p:spPr>
          <a:xfrm>
            <a:off x="7200000" y="1316880"/>
            <a:ext cx="2304720" cy="3543120"/>
          </a:xfrm>
          <a:prstGeom prst="rect">
            <a:avLst/>
          </a:prstGeom>
          <a:ln w="18000">
            <a:noFill/>
          </a:ln>
        </p:spPr>
      </p:pic>
      <p:sp>
        <p:nvSpPr>
          <p:cNvPr id="3" name="PlaceHolder 2"/>
          <p:cNvSpPr>
            <a:spLocks noGrp="1"/>
          </p:cNvSpPr>
          <p:nvPr>
            <p:ph type="sldNum" idx="6"/>
          </p:nvPr>
        </p:nvSpPr>
        <p:spPr/>
        <p:txBody>
          <a:bodyPr/>
          <a:p>
            <a:fld id="{4D1C5A6C-9D74-4925-B863-949BC42E904E}"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lnSpc>
                <a:spcPct val="100000"/>
              </a:lnSpc>
              <a:buNone/>
            </a:pPr>
            <a:r>
              <a:rPr b="0" lang="en-GB" sz="3300" spc="-1" strike="noStrike">
                <a:solidFill>
                  <a:srgbClr val="ffffff"/>
                </a:solidFill>
                <a:latin typeface="Arial"/>
              </a:rPr>
              <a:t>Recap - Character</a:t>
            </a:r>
            <a:endParaRPr b="0" lang="en-GB" sz="3300" spc="-1" strike="noStrike">
              <a:solidFill>
                <a:srgbClr val="ffffff"/>
              </a:solidFill>
              <a:latin typeface="Arial"/>
            </a:endParaRPr>
          </a:p>
        </p:txBody>
      </p:sp>
      <p:pic>
        <p:nvPicPr>
          <p:cNvPr id="83" name="" descr=""/>
          <p:cNvPicPr/>
          <p:nvPr/>
        </p:nvPicPr>
        <p:blipFill>
          <a:blip r:embed="rId1"/>
          <a:stretch/>
        </p:blipFill>
        <p:spPr>
          <a:xfrm>
            <a:off x="1800000" y="681120"/>
            <a:ext cx="6136200" cy="4718880"/>
          </a:xfrm>
          <a:prstGeom prst="rect">
            <a:avLst/>
          </a:prstGeom>
          <a:ln w="18000">
            <a:noFill/>
          </a:ln>
        </p:spPr>
      </p:pic>
      <p:sp>
        <p:nvSpPr>
          <p:cNvPr id="3" name="PlaceHolder 2"/>
          <p:cNvSpPr>
            <a:spLocks noGrp="1"/>
          </p:cNvSpPr>
          <p:nvPr>
            <p:ph type="sldNum" idx="6"/>
          </p:nvPr>
        </p:nvSpPr>
        <p:spPr/>
        <p:txBody>
          <a:bodyPr/>
          <a:p>
            <a:fld id="{30639814-9516-4801-AC63-80A8E84F0697}"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Recap - NPC</a:t>
            </a:r>
            <a:endParaRPr b="0" lang="en-GB" sz="3300" spc="-1" strike="noStrike">
              <a:solidFill>
                <a:srgbClr val="ffffff"/>
              </a:solidFill>
              <a:latin typeface="Arial"/>
            </a:endParaRPr>
          </a:p>
        </p:txBody>
      </p:sp>
      <p:pic>
        <p:nvPicPr>
          <p:cNvPr id="85" name="" descr=""/>
          <p:cNvPicPr/>
          <p:nvPr/>
        </p:nvPicPr>
        <p:blipFill>
          <a:blip r:embed="rId1"/>
          <a:stretch/>
        </p:blipFill>
        <p:spPr>
          <a:xfrm>
            <a:off x="1980000" y="720000"/>
            <a:ext cx="5956200" cy="4580280"/>
          </a:xfrm>
          <a:prstGeom prst="rect">
            <a:avLst/>
          </a:prstGeom>
          <a:ln w="18000">
            <a:noFill/>
          </a:ln>
        </p:spPr>
      </p:pic>
      <p:sp>
        <p:nvSpPr>
          <p:cNvPr id="3" name="PlaceHolder 2"/>
          <p:cNvSpPr>
            <a:spLocks noGrp="1"/>
          </p:cNvSpPr>
          <p:nvPr>
            <p:ph type="sldNum" idx="6"/>
          </p:nvPr>
        </p:nvSpPr>
        <p:spPr/>
        <p:txBody>
          <a:bodyPr/>
          <a:p>
            <a:fld id="{5E649304-0D19-4D11-86C5-C7C8B2E0DEEF}"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Recap Button</a:t>
            </a:r>
            <a:endParaRPr b="0" lang="en-GB" sz="3300" spc="-1" strike="noStrike">
              <a:solidFill>
                <a:srgbClr val="ffffff"/>
              </a:solidFill>
              <a:latin typeface="Arial"/>
            </a:endParaRPr>
          </a:p>
        </p:txBody>
      </p:sp>
      <p:pic>
        <p:nvPicPr>
          <p:cNvPr id="87" name="" descr=""/>
          <p:cNvPicPr/>
          <p:nvPr/>
        </p:nvPicPr>
        <p:blipFill>
          <a:blip r:embed="rId1"/>
          <a:stretch/>
        </p:blipFill>
        <p:spPr>
          <a:xfrm>
            <a:off x="1608480" y="1301760"/>
            <a:ext cx="2171520" cy="2838240"/>
          </a:xfrm>
          <a:prstGeom prst="rect">
            <a:avLst/>
          </a:prstGeom>
          <a:ln w="18000">
            <a:noFill/>
          </a:ln>
        </p:spPr>
      </p:pic>
      <p:pic>
        <p:nvPicPr>
          <p:cNvPr id="88" name="" descr=""/>
          <p:cNvPicPr/>
          <p:nvPr/>
        </p:nvPicPr>
        <p:blipFill>
          <a:blip r:embed="rId2"/>
          <a:stretch/>
        </p:blipFill>
        <p:spPr>
          <a:xfrm>
            <a:off x="5765400" y="720000"/>
            <a:ext cx="1614600" cy="4409640"/>
          </a:xfrm>
          <a:prstGeom prst="rect">
            <a:avLst/>
          </a:prstGeom>
          <a:ln w="18000">
            <a:noFill/>
          </a:ln>
        </p:spPr>
      </p:pic>
      <p:sp>
        <p:nvSpPr>
          <p:cNvPr id="3" name="PlaceHolder 2"/>
          <p:cNvSpPr>
            <a:spLocks noGrp="1"/>
          </p:cNvSpPr>
          <p:nvPr>
            <p:ph type="sldNum" idx="6"/>
          </p:nvPr>
        </p:nvSpPr>
        <p:spPr/>
        <p:txBody>
          <a:bodyPr/>
          <a:p>
            <a:fld id="{D17E0DC7-159A-48CF-9F21-F7A59193C6F6}"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Recap - Backdrop</a:t>
            </a:r>
            <a:endParaRPr b="0" lang="en-GB" sz="3300" spc="-1" strike="noStrike">
              <a:solidFill>
                <a:srgbClr val="ffffff"/>
              </a:solidFill>
              <a:latin typeface="Arial"/>
            </a:endParaRPr>
          </a:p>
        </p:txBody>
      </p:sp>
      <p:pic>
        <p:nvPicPr>
          <p:cNvPr id="90" name="" descr=""/>
          <p:cNvPicPr/>
          <p:nvPr/>
        </p:nvPicPr>
        <p:blipFill>
          <a:blip r:embed="rId1"/>
          <a:stretch/>
        </p:blipFill>
        <p:spPr>
          <a:xfrm>
            <a:off x="3780000" y="1620000"/>
            <a:ext cx="2247480" cy="2352240"/>
          </a:xfrm>
          <a:prstGeom prst="rect">
            <a:avLst/>
          </a:prstGeom>
          <a:ln w="18000">
            <a:noFill/>
          </a:ln>
        </p:spPr>
      </p:pic>
      <p:sp>
        <p:nvSpPr>
          <p:cNvPr id="3" name="PlaceHolder 2"/>
          <p:cNvSpPr>
            <a:spLocks noGrp="1"/>
          </p:cNvSpPr>
          <p:nvPr>
            <p:ph type="sldNum" idx="6"/>
          </p:nvPr>
        </p:nvSpPr>
        <p:spPr/>
        <p:txBody>
          <a:bodyPr/>
          <a:p>
            <a:fld id="{AF2887AF-761B-41BB-9B4A-9ABEB8DEF277}"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Play</a:t>
            </a:r>
            <a:endParaRPr b="0" lang="en-GB" sz="3300" spc="-1" strike="noStrike">
              <a:solidFill>
                <a:srgbClr val="ffffff"/>
              </a:solidFill>
              <a:latin typeface="Arial"/>
            </a:endParaRPr>
          </a:p>
        </p:txBody>
      </p:sp>
      <p:pic>
        <p:nvPicPr>
          <p:cNvPr id="92" name="" descr=""/>
          <p:cNvPicPr/>
          <p:nvPr/>
        </p:nvPicPr>
        <p:blipFill>
          <a:blip r:embed="rId1"/>
          <a:stretch/>
        </p:blipFill>
        <p:spPr>
          <a:xfrm>
            <a:off x="2700000" y="1080000"/>
            <a:ext cx="4607640" cy="3353760"/>
          </a:xfrm>
          <a:prstGeom prst="rect">
            <a:avLst/>
          </a:prstGeom>
          <a:ln w="18000">
            <a:noFill/>
          </a:ln>
        </p:spPr>
      </p:pic>
      <p:sp>
        <p:nvSpPr>
          <p:cNvPr id="3" name="PlaceHolder 2"/>
          <p:cNvSpPr>
            <a:spLocks noGrp="1"/>
          </p:cNvSpPr>
          <p:nvPr>
            <p:ph type="sldNum" idx="6"/>
          </p:nvPr>
        </p:nvSpPr>
        <p:spPr/>
        <p:txBody>
          <a:bodyPr/>
          <a:p>
            <a:fld id="{A00C195C-4DDF-41E9-B184-E599B2DA1F76}"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Improvements</a:t>
            </a:r>
            <a:endParaRPr b="0" lang="en-GB" sz="3300" spc="-1" strike="noStrike">
              <a:solidFill>
                <a:srgbClr val="ffffff"/>
              </a:solidFill>
              <a:latin typeface="Arial"/>
            </a:endParaRPr>
          </a:p>
        </p:txBody>
      </p:sp>
      <p:pic>
        <p:nvPicPr>
          <p:cNvPr id="94" name="" descr=""/>
          <p:cNvPicPr/>
          <p:nvPr/>
        </p:nvPicPr>
        <p:blipFill>
          <a:blip r:embed="rId1"/>
          <a:stretch/>
        </p:blipFill>
        <p:spPr>
          <a:xfrm>
            <a:off x="2809440" y="1821960"/>
            <a:ext cx="4390560" cy="3038040"/>
          </a:xfrm>
          <a:prstGeom prst="rect">
            <a:avLst/>
          </a:prstGeom>
          <a:ln w="18000">
            <a:noFill/>
          </a:ln>
        </p:spPr>
      </p:pic>
      <p:sp>
        <p:nvSpPr>
          <p:cNvPr id="95" name=""/>
          <p:cNvSpPr txBox="1"/>
          <p:nvPr/>
        </p:nvSpPr>
        <p:spPr>
          <a:xfrm>
            <a:off x="540000" y="720000"/>
            <a:ext cx="9180000" cy="108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Try changing your Character movements to something like below and play and see if it feels better.</a:t>
            </a:r>
            <a:endParaRPr b="0" lang="en-GB" sz="1800" spc="-1" strike="noStrike">
              <a:solidFill>
                <a:srgbClr val="000000"/>
              </a:solidFill>
              <a:latin typeface="Arial"/>
            </a:endParaRPr>
          </a:p>
        </p:txBody>
      </p:sp>
      <p:sp>
        <p:nvSpPr>
          <p:cNvPr id="3" name="PlaceHolder 2"/>
          <p:cNvSpPr>
            <a:spLocks noGrp="1"/>
          </p:cNvSpPr>
          <p:nvPr>
            <p:ph type="sldNum" idx="6"/>
          </p:nvPr>
        </p:nvSpPr>
        <p:spPr/>
        <p:txBody>
          <a:bodyPr/>
          <a:p>
            <a:fld id="{30683439-4837-4979-B532-E5DBF35AC97D}"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Movement Improvements</a:t>
            </a:r>
            <a:endParaRPr b="0" lang="en-GB" sz="3300" spc="-1" strike="noStrike">
              <a:solidFill>
                <a:srgbClr val="ffffff"/>
              </a:solidFill>
              <a:latin typeface="Arial"/>
            </a:endParaRPr>
          </a:p>
        </p:txBody>
      </p:sp>
      <p:pic>
        <p:nvPicPr>
          <p:cNvPr id="97" name="" descr=""/>
          <p:cNvPicPr/>
          <p:nvPr/>
        </p:nvPicPr>
        <p:blipFill>
          <a:blip r:embed="rId1"/>
          <a:stretch/>
        </p:blipFill>
        <p:spPr>
          <a:xfrm>
            <a:off x="5220000" y="1620000"/>
            <a:ext cx="4390560" cy="3038040"/>
          </a:xfrm>
          <a:prstGeom prst="rect">
            <a:avLst/>
          </a:prstGeom>
          <a:ln w="18000">
            <a:noFill/>
          </a:ln>
        </p:spPr>
      </p:pic>
      <p:sp>
        <p:nvSpPr>
          <p:cNvPr id="98" name=""/>
          <p:cNvSpPr txBox="1"/>
          <p:nvPr/>
        </p:nvSpPr>
        <p:spPr>
          <a:xfrm>
            <a:off x="180000" y="1080000"/>
            <a:ext cx="5040000" cy="3600000"/>
          </a:xfrm>
          <a:prstGeom prst="rect">
            <a:avLst/>
          </a:prstGeom>
          <a:noFill/>
          <a:ln w="18000">
            <a:noFill/>
          </a:ln>
        </p:spPr>
        <p:txBody>
          <a:bodyPr lIns="90000" rIns="90000" tIns="45000" bIns="45000" anchor="t">
            <a:noAutofit/>
          </a:bodyPr>
          <a:p>
            <a:r>
              <a:rPr b="0" lang="en-GB" sz="1800" spc="-1" strike="noStrike">
                <a:solidFill>
                  <a:srgbClr val="000000"/>
                </a:solidFill>
                <a:latin typeface="Arial"/>
              </a:rPr>
              <a:t>Try changing the left and right arrow press to change direction and move instead of rotate...</a:t>
            </a:r>
            <a:endParaRPr b="0" lang="en-GB" sz="1800" spc="-1" strike="noStrike">
              <a:solidFill>
                <a:srgbClr val="000000"/>
              </a:solidFill>
              <a:latin typeface="Arial"/>
            </a:endParaRPr>
          </a:p>
        </p:txBody>
      </p:sp>
      <p:sp>
        <p:nvSpPr>
          <p:cNvPr id="3" name="PlaceHolder 2"/>
          <p:cNvSpPr>
            <a:spLocks noGrp="1"/>
          </p:cNvSpPr>
          <p:nvPr>
            <p:ph type="sldNum" idx="6"/>
          </p:nvPr>
        </p:nvSpPr>
        <p:spPr/>
        <p:txBody>
          <a:bodyPr/>
          <a:p>
            <a:fld id="{E335883F-4566-4CC0-BA51-51AE8E728764}" type="slidenum">
              <a:t>27</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1221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2026-03-25T16:51:50Z</dcterms:created>
  <dc:creator/>
  <dc:description/>
  <dc:language>en-GB</dc:language>
  <cp:lastModifiedBy/>
  <dcterms:modified xsi:type="dcterms:W3CDTF">2026-03-26T14:17:00Z</dcterms:modified>
  <cp:revision>5</cp:revision>
  <dc:subject/>
  <dc:title>Blue Curve</dc:title>
</cp:coreProperties>
</file>