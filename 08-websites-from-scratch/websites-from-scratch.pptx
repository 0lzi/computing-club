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536C5F-D23B-42B1-B04E-DDAA6820D5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17AD38-EA36-4277-B688-9559E38FA0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49CBCD-AA4B-47B4-9792-5E06474E1A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24F0A9-E049-4052-91D9-762ABCB9E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1800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36A1B7B0-82CD-4B0D-9FEE-0B0D5BE16DBA}" type="slidenum">
              <a:rPr b="0" lang="en-GB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E247DE0A-BBE9-4217-8468-6D20644789F0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9E25F10-BB9F-41D4-9E75-E7A8E98E9702}" type="slidenum">
              <a:rPr b="0" lang="en-GB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4B7117C4-C41B-41B5-9684-281DBF7A2BF1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info.cern.ch/hypertext/WWW/TheProject.html" TargetMode="External"/><Relationship Id="rId2" Type="http://schemas.openxmlformats.org/officeDocument/2006/relationships/hyperlink" Target="https://www.spacejam.com/1996/" TargetMode="External"/><Relationship Id="rId3" Type="http://schemas.openxmlformats.org/officeDocument/2006/relationships/hyperlink" Target="https://web.archive.org/web/19990429045319/http://hampsterdance.com/" TargetMode="External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google.com/" TargetMode="External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w3schools.com/html/" TargetMode="Externa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www.w3schools.com/colors/colors_names.asp" TargetMode="External"/><Relationship Id="rId2" Type="http://schemas.openxmlformats.org/officeDocument/2006/relationships/hyperlink" Target="https://www.w3schools.com/colors/colors_picker.asp" TargetMode="External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fakewebsite.com/image.jpg" TargetMode="External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Websites from Scratch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What is a Website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A website is a collection of pages(files) stored on a server on the internet.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A page can be made up of a couple of files and reference other files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Pages can contain Video,Images,Audio etc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How do websites work?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Font typeface="StarSymbol"/>
              <a:buAutoNum type="arabicParenR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You use a browser like Chrome,Firefox,Safari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Font typeface="StarSymbol"/>
              <a:buAutoNum type="arabicParenR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Navigate to a web address ( URL - uniform resource locator ), This is the address of the web servers FQDN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Font typeface="StarSymbol"/>
              <a:buAutoNum type="arabicParenR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Your browser requests a page using a ‘GET’ request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Font typeface="StarSymbol"/>
              <a:buAutoNum type="arabicParenR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The server then replies with the page you requested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Font typeface="StarSymbol"/>
              <a:buAutoNum type="arabicParenR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Your browser then renders the page.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2600" spc="-1" strike="noStrike">
                <a:solidFill>
                  <a:srgbClr val="000000"/>
                </a:solidFill>
                <a:latin typeface="Arial"/>
              </a:rPr>
              <a:t>What does a webpage actually look like?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&lt;!DOCTYPE html&gt;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&lt;html lang="en"&gt;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&lt;head&gt;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  </a:t>
            </a: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&lt;meta charset="UTF-8"&gt;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  </a:t>
            </a: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&lt;meta name="viewport" content="width=device-width, initial-scale=1.0"&gt;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  </a:t>
            </a: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&lt;title&gt;Document&lt;/title&gt;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  </a:t>
            </a: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&lt;link /&gt;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&lt;/head&gt;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&lt;body&gt;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  </a:t>
            </a: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&lt;p&gt; HELLO WORLD &lt;/p&gt;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&lt;/body&gt;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  <a:p>
            <a:pPr indent="0">
              <a:spcBef>
                <a:spcPts val="1060"/>
              </a:spcBef>
              <a:buNone/>
            </a:pPr>
            <a:r>
              <a:rPr b="0" lang="en-GB" sz="1000" spc="-1" strike="noStrike">
                <a:solidFill>
                  <a:srgbClr val="000000"/>
                </a:solidFill>
                <a:latin typeface="FreeMono"/>
                <a:ea typeface="Courier New"/>
              </a:rPr>
              <a:t>&lt;/html&gt;</a:t>
            </a:r>
            <a:endParaRPr b="0" lang="en-GB" sz="1000" spc="-1" strike="noStrike">
              <a:solidFill>
                <a:srgbClr val="000000"/>
              </a:solidFill>
              <a:latin typeface="FreeMono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991800" y="1620000"/>
            <a:ext cx="7648200" cy="28382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Early websites from the 90’s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hlinkClick r:id="rId1"/>
              </a:rPr>
              <a:t>https://info.cern.ch/hypertext/WWW/TheProject.html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This was 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the first website from Aug 6</a:t>
            </a:r>
            <a:r>
              <a:rPr b="0" lang="en-GB" sz="2400" spc="-1" strike="noStrike" baseline="33000">
                <a:solidFill>
                  <a:srgbClr val="000000"/>
                </a:solidFill>
                <a:latin typeface="Arial"/>
              </a:rPr>
              <a:t>th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1991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hlinkClick r:id="rId2"/>
              </a:rPr>
              <a:t>https://www.spacejam.com/1996/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hlinkClick r:id="rId3"/>
              </a:rPr>
              <a:t>https://web.archive.org/web/19990429045319/http://hampsterdance.com/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Original NASA website - 1997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1614600" y="1260000"/>
            <a:ext cx="6665400" cy="37494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Amazon - 1999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1080000" y="1046160"/>
            <a:ext cx="7380000" cy="43538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Microsoft - 1994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2005920" y="1172520"/>
            <a:ext cx="5734080" cy="39564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Disney - 1997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828080" y="1080000"/>
            <a:ext cx="6991920" cy="412488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Google - 1998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620000" y="1172520"/>
            <a:ext cx="6840000" cy="40352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HTML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HTML – HyperText Markup Language, This is the code/language to make websites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It tells Chrome,Firefox,Safari how to display the webpage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HTML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294" lnSpcReduction="10000"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HTML Language use Tags or Elements to define the page, Most tags come in pairs and start with &lt;TAG&gt; something here &lt;/TAG&gt; to end.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&lt;h1&gt;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is a Heading tag used to create headings, there is also h2,h3 up to h6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&lt;p&gt;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is paragraph text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&lt;img&gt;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is an image tag, this is where you can reference an image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&lt;a&gt;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this is a link tag, to link one page to another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HTML Attributes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13"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HTML Attributes are extra information given to tags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These can be how big something should be, what colour it should be, where a link goes.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Some examples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&lt;a href=”</a:t>
            </a:r>
            <a:r>
              <a:rPr b="0" lang="en-GB" sz="2400" spc="-1" strike="noStrike">
                <a:solidFill>
                  <a:srgbClr val="000000"/>
                </a:solidFill>
                <a:latin typeface="FreeMono"/>
                <a:hlinkClick r:id="rId1"/>
              </a:rPr>
              <a:t>https://google.com</a:t>
            </a: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” &gt;Visit Google&lt;/a&gt;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the `</a:t>
            </a: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href=” ”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` is the attribute </a:t>
            </a:r>
            <a:br>
              <a:rPr sz="2400"/>
            </a:b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&lt;img src=”image_source.jpg” width=”500” height=”500”&gt;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here the img tag has `src`,`width` and `height` attributes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Creating your first webpage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28"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Open text editor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Type the text opposite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Save as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Name `index.html`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Select file type as all or it may name it as 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index.html.txt or something.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double click on your file and it should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open your browser and it should look like...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6636240" y="1980000"/>
            <a:ext cx="2723760" cy="27144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3593160" y="1897560"/>
            <a:ext cx="2904840" cy="188568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Creating your first webpage alternative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Open 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  <a:hlinkClick r:id="rId1"/>
              </a:rPr>
              <a:t>https://www.w3schools.com/html/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in Chrome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Scroll down and click ‘Try it Yourself’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3854880" y="2161800"/>
            <a:ext cx="5505120" cy="32382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Changing background Colour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06"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Back in your index.html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change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&lt;body&gt;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to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&lt;body style="background-color:blue;" &gt;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Refresh your page to see the difference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There are 140 colour names that are supported out of the box by browsers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  <a:hlinkClick r:id="rId1"/>
              </a:rPr>
              <a:t>https://www.w3schools.com/colors/colors_names.asp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You can also colour by using HEX value colours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  <a:hlinkClick r:id="rId2"/>
              </a:rPr>
              <a:t>https://www.w3schools.com/colors/colors_picker.asp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You can also use RGBA ( Red Green Blue Alpha ) or HSL ( Hue Saturation Lightness )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Changing Text Colour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Within your index.html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Find the </a:t>
            </a: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&lt;p&gt;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 element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Change it so it looks like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&lt;p style=”color:red;” … &lt;/p&gt;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Refresh your page to check out the changes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Next try</a:t>
            </a: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&lt;p style=”color:rgba( 255,100,50,1);” … &lt;/p&gt;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Inserting images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218"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Download a picture from the internet and put it in the same location as your index.html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name it something easy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edit your index.html and add </a:t>
            </a:r>
            <a:br>
              <a:rPr sz="2400"/>
            </a:b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&lt;img src=”image-name.jpg/png/webp” &gt;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Save and then refresh the page in your browser, this will re-render the page.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The image can also be a web link to another image</a:t>
            </a:r>
            <a:br>
              <a:rPr sz="2400"/>
            </a:br>
            <a:br>
              <a:rPr sz="2400"/>
            </a:b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&lt;img src=”</a:t>
            </a:r>
            <a:r>
              <a:rPr b="0" lang="en-GB" sz="2400" spc="-1" strike="noStrike">
                <a:solidFill>
                  <a:srgbClr val="000000"/>
                </a:solidFill>
                <a:latin typeface="FreeMono"/>
                <a:hlinkClick r:id="rId1"/>
              </a:rPr>
              <a:t>https://fakewebsite.com/image.jpg</a:t>
            </a:r>
            <a:r>
              <a:rPr b="0" lang="en-GB" sz="2400" spc="-1" strike="noStrike">
                <a:solidFill>
                  <a:srgbClr val="000000"/>
                </a:solidFill>
                <a:latin typeface="FreeMono"/>
              </a:rPr>
              <a:t>” &gt;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376000" y="2376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This work is licensed under a Creative Commons Attribution-ShareAlike 3.0 Unported License.</a:t>
            </a: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It makes use of the works of Mateus Machado Luna.</a:t>
            </a:r>
            <a:endParaRPr b="0" lang="en-GB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816120" y="2716200"/>
            <a:ext cx="837720" cy="2948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2026-06-04T13:30:49Z</dcterms:created>
  <dc:creator/>
  <dc:description/>
  <dc:language>en-GB</dc:language>
  <cp:lastModifiedBy/>
  <cp:lastPrinted>2026-06-04T14:28:07Z</cp:lastPrinted>
  <dcterms:modified xsi:type="dcterms:W3CDTF">2026-06-05T09:29:28Z</dcterms:modified>
  <cp:revision>4</cp:revision>
  <dc:subject/>
  <dc:title>Blueprint Plans</dc:title>
</cp:coreProperties>
</file>